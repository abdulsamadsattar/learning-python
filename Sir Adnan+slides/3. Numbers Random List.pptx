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tags/tag1.xml" ContentType="application/vnd.openxmlformats-officedocument.presentationml.tags+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63" r:id="rId1"/>
  </p:sldMasterIdLst>
  <p:notesMasterIdLst>
    <p:notesMasterId r:id="rId53"/>
  </p:notesMasterIdLst>
  <p:handoutMasterIdLst>
    <p:handoutMasterId r:id="rId54"/>
  </p:handoutMasterIdLst>
  <p:sldIdLst>
    <p:sldId id="428" r:id="rId2"/>
    <p:sldId id="378" r:id="rId3"/>
    <p:sldId id="379" r:id="rId4"/>
    <p:sldId id="380" r:id="rId5"/>
    <p:sldId id="381" r:id="rId6"/>
    <p:sldId id="382" r:id="rId7"/>
    <p:sldId id="383" r:id="rId8"/>
    <p:sldId id="389" r:id="rId9"/>
    <p:sldId id="388" r:id="rId10"/>
    <p:sldId id="387" r:id="rId11"/>
    <p:sldId id="386" r:id="rId12"/>
    <p:sldId id="385" r:id="rId13"/>
    <p:sldId id="384" r:id="rId14"/>
    <p:sldId id="390" r:id="rId15"/>
    <p:sldId id="391" r:id="rId16"/>
    <p:sldId id="392" r:id="rId17"/>
    <p:sldId id="393" r:id="rId18"/>
    <p:sldId id="394" r:id="rId19"/>
    <p:sldId id="395" r:id="rId20"/>
    <p:sldId id="398" r:id="rId21"/>
    <p:sldId id="399" r:id="rId22"/>
    <p:sldId id="400" r:id="rId23"/>
    <p:sldId id="401" r:id="rId24"/>
    <p:sldId id="402" r:id="rId25"/>
    <p:sldId id="403" r:id="rId26"/>
    <p:sldId id="404" r:id="rId27"/>
    <p:sldId id="405" r:id="rId28"/>
    <p:sldId id="406" r:id="rId29"/>
    <p:sldId id="396" r:id="rId30"/>
    <p:sldId id="397" r:id="rId31"/>
    <p:sldId id="407" r:id="rId32"/>
    <p:sldId id="408" r:id="rId33"/>
    <p:sldId id="409" r:id="rId34"/>
    <p:sldId id="410" r:id="rId35"/>
    <p:sldId id="411" r:id="rId36"/>
    <p:sldId id="412" r:id="rId37"/>
    <p:sldId id="413" r:id="rId38"/>
    <p:sldId id="414" r:id="rId39"/>
    <p:sldId id="415" r:id="rId40"/>
    <p:sldId id="416" r:id="rId41"/>
    <p:sldId id="417" r:id="rId42"/>
    <p:sldId id="418" r:id="rId43"/>
    <p:sldId id="419" r:id="rId44"/>
    <p:sldId id="420" r:id="rId45"/>
    <p:sldId id="421" r:id="rId46"/>
    <p:sldId id="422" r:id="rId47"/>
    <p:sldId id="423" r:id="rId48"/>
    <p:sldId id="424" r:id="rId49"/>
    <p:sldId id="425" r:id="rId50"/>
    <p:sldId id="426" r:id="rId51"/>
    <p:sldId id="427" r:id="rId52"/>
  </p:sldIdLst>
  <p:sldSz cx="9144000" cy="6858000" type="screen4x3"/>
  <p:notesSz cx="6858000" cy="9144000"/>
  <p:custDataLst>
    <p:tags r:id="rId55"/>
  </p:custDataLst>
  <p:defaultTextStyle>
    <a:defPPr>
      <a:defRPr lang="en-US"/>
    </a:defPPr>
    <a:lvl1pPr algn="l" rtl="0" eaLnBrk="0" fontAlgn="base" hangingPunct="0">
      <a:spcBef>
        <a:spcPct val="0"/>
      </a:spcBef>
      <a:spcAft>
        <a:spcPct val="0"/>
      </a:spcAft>
      <a:defRPr sz="2400" kern="1200">
        <a:solidFill>
          <a:schemeClr val="tx1"/>
        </a:solidFill>
        <a:latin typeface="Times" pitchFamily="123" charset="0"/>
        <a:ea typeface="MS PGothic" pitchFamily="34" charset="-128"/>
        <a:cs typeface="+mn-cs"/>
      </a:defRPr>
    </a:lvl1pPr>
    <a:lvl2pPr marL="457200" algn="l" rtl="0" eaLnBrk="0" fontAlgn="base" hangingPunct="0">
      <a:spcBef>
        <a:spcPct val="0"/>
      </a:spcBef>
      <a:spcAft>
        <a:spcPct val="0"/>
      </a:spcAft>
      <a:defRPr sz="2400" kern="1200">
        <a:solidFill>
          <a:schemeClr val="tx1"/>
        </a:solidFill>
        <a:latin typeface="Times" pitchFamily="123" charset="0"/>
        <a:ea typeface="MS PGothic" pitchFamily="34" charset="-128"/>
        <a:cs typeface="+mn-cs"/>
      </a:defRPr>
    </a:lvl2pPr>
    <a:lvl3pPr marL="914400" algn="l" rtl="0" eaLnBrk="0" fontAlgn="base" hangingPunct="0">
      <a:spcBef>
        <a:spcPct val="0"/>
      </a:spcBef>
      <a:spcAft>
        <a:spcPct val="0"/>
      </a:spcAft>
      <a:defRPr sz="2400" kern="1200">
        <a:solidFill>
          <a:schemeClr val="tx1"/>
        </a:solidFill>
        <a:latin typeface="Times" pitchFamily="123" charset="0"/>
        <a:ea typeface="MS PGothic" pitchFamily="34" charset="-128"/>
        <a:cs typeface="+mn-cs"/>
      </a:defRPr>
    </a:lvl3pPr>
    <a:lvl4pPr marL="1371600" algn="l" rtl="0" eaLnBrk="0" fontAlgn="base" hangingPunct="0">
      <a:spcBef>
        <a:spcPct val="0"/>
      </a:spcBef>
      <a:spcAft>
        <a:spcPct val="0"/>
      </a:spcAft>
      <a:defRPr sz="2400" kern="1200">
        <a:solidFill>
          <a:schemeClr val="tx1"/>
        </a:solidFill>
        <a:latin typeface="Times" pitchFamily="123" charset="0"/>
        <a:ea typeface="MS PGothic" pitchFamily="34" charset="-128"/>
        <a:cs typeface="+mn-cs"/>
      </a:defRPr>
    </a:lvl4pPr>
    <a:lvl5pPr marL="1828800" algn="l" rtl="0" eaLnBrk="0" fontAlgn="base" hangingPunct="0">
      <a:spcBef>
        <a:spcPct val="0"/>
      </a:spcBef>
      <a:spcAft>
        <a:spcPct val="0"/>
      </a:spcAft>
      <a:defRPr sz="2400" kern="1200">
        <a:solidFill>
          <a:schemeClr val="tx1"/>
        </a:solidFill>
        <a:latin typeface="Times" pitchFamily="123" charset="0"/>
        <a:ea typeface="MS PGothic" pitchFamily="34" charset="-128"/>
        <a:cs typeface="+mn-cs"/>
      </a:defRPr>
    </a:lvl5pPr>
    <a:lvl6pPr marL="2286000" algn="l" defTabSz="914400" rtl="0" eaLnBrk="1" latinLnBrk="0" hangingPunct="1">
      <a:defRPr sz="2400" kern="1200">
        <a:solidFill>
          <a:schemeClr val="tx1"/>
        </a:solidFill>
        <a:latin typeface="Times" pitchFamily="123" charset="0"/>
        <a:ea typeface="MS PGothic" pitchFamily="34" charset="-128"/>
        <a:cs typeface="+mn-cs"/>
      </a:defRPr>
    </a:lvl6pPr>
    <a:lvl7pPr marL="2743200" algn="l" defTabSz="914400" rtl="0" eaLnBrk="1" latinLnBrk="0" hangingPunct="1">
      <a:defRPr sz="2400" kern="1200">
        <a:solidFill>
          <a:schemeClr val="tx1"/>
        </a:solidFill>
        <a:latin typeface="Times" pitchFamily="123" charset="0"/>
        <a:ea typeface="MS PGothic" pitchFamily="34" charset="-128"/>
        <a:cs typeface="+mn-cs"/>
      </a:defRPr>
    </a:lvl7pPr>
    <a:lvl8pPr marL="3200400" algn="l" defTabSz="914400" rtl="0" eaLnBrk="1" latinLnBrk="0" hangingPunct="1">
      <a:defRPr sz="2400" kern="1200">
        <a:solidFill>
          <a:schemeClr val="tx1"/>
        </a:solidFill>
        <a:latin typeface="Times" pitchFamily="123" charset="0"/>
        <a:ea typeface="MS PGothic" pitchFamily="34" charset="-128"/>
        <a:cs typeface="+mn-cs"/>
      </a:defRPr>
    </a:lvl8pPr>
    <a:lvl9pPr marL="3657600" algn="l" defTabSz="914400" rtl="0" eaLnBrk="1" latinLnBrk="0" hangingPunct="1">
      <a:defRPr sz="2400" kern="1200">
        <a:solidFill>
          <a:schemeClr val="tx1"/>
        </a:solidFill>
        <a:latin typeface="Times" pitchFamily="123" charset="0"/>
        <a:ea typeface="MS PGothic" pitchFamily="34" charset="-128"/>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FF00FF"/>
    <a:srgbClr val="CCCCFF"/>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vertBarState="maximized">
    <p:restoredLeft sz="15182" autoAdjust="0"/>
    <p:restoredTop sz="94660"/>
  </p:normalViewPr>
  <p:slideViewPr>
    <p:cSldViewPr>
      <p:cViewPr varScale="1">
        <p:scale>
          <a:sx n="68" d="100"/>
          <a:sy n="68" d="100"/>
        </p:scale>
        <p:origin x="-1212"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769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charset="0"/>
                <a:ea typeface="+mn-ea"/>
                <a:cs typeface="+mn-cs"/>
              </a:defRPr>
            </a:lvl1pPr>
          </a:lstStyle>
          <a:p>
            <a:pPr>
              <a:defRPr/>
            </a:pPr>
            <a:endParaRPr lang="en-US"/>
          </a:p>
        </p:txBody>
      </p:sp>
      <p:sp>
        <p:nvSpPr>
          <p:cNvPr id="157699"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fld id="{ACA53238-CAC0-46D4-AB73-5CE29A15898D}" type="datetimeFigureOut">
              <a:rPr lang="en-US"/>
              <a:pPr/>
              <a:t>4/4/2022</a:t>
            </a:fld>
            <a:endParaRPr lang="en-US"/>
          </a:p>
        </p:txBody>
      </p:sp>
      <p:sp>
        <p:nvSpPr>
          <p:cNvPr id="157700"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charset="0"/>
                <a:ea typeface="+mn-ea"/>
                <a:cs typeface="+mn-cs"/>
              </a:defRPr>
            </a:lvl1pPr>
          </a:lstStyle>
          <a:p>
            <a:pPr>
              <a:defRPr/>
            </a:pPr>
            <a:endParaRPr lang="en-US"/>
          </a:p>
        </p:txBody>
      </p:sp>
      <p:sp>
        <p:nvSpPr>
          <p:cNvPr id="157701"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48BB4236-354B-482F-A28A-0064240E2C4E}" type="slidenum">
              <a:rPr lang="en-US"/>
              <a:pPr/>
              <a:t>‹#›</a:t>
            </a:fld>
            <a:endParaRPr lang="en-US"/>
          </a:p>
        </p:txBody>
      </p:sp>
    </p:spTree>
    <p:extLst>
      <p:ext uri="{BB962C8B-B14F-4D97-AF65-F5344CB8AC3E}">
        <p14:creationId xmlns:p14="http://schemas.microsoft.com/office/powerpoint/2010/main" xmlns="" val="33978387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charset="0"/>
                <a:ea typeface="+mn-ea"/>
                <a:cs typeface="+mn-cs"/>
              </a:defRPr>
            </a:lvl1pPr>
          </a:lstStyle>
          <a:p>
            <a:pPr>
              <a:defRPr/>
            </a:pPr>
            <a:endParaRPr lang="en-US"/>
          </a:p>
        </p:txBody>
      </p:sp>
      <p:sp>
        <p:nvSpPr>
          <p:cNvPr id="1638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charset="0"/>
                <a:ea typeface="+mn-ea"/>
                <a:cs typeface="+mn-cs"/>
              </a:defRPr>
            </a:lvl1pPr>
          </a:lstStyle>
          <a:p>
            <a:pPr>
              <a:defRPr/>
            </a:pPr>
            <a:endParaRPr lang="en-US"/>
          </a:p>
        </p:txBody>
      </p:sp>
      <p:sp>
        <p:nvSpPr>
          <p:cNvPr id="1536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1638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1639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charset="0"/>
                <a:ea typeface="+mn-ea"/>
                <a:cs typeface="+mn-cs"/>
              </a:defRPr>
            </a:lvl1pPr>
          </a:lstStyle>
          <a:p>
            <a:pPr>
              <a:defRPr/>
            </a:pPr>
            <a:endParaRPr lang="en-US"/>
          </a:p>
        </p:txBody>
      </p:sp>
      <p:sp>
        <p:nvSpPr>
          <p:cNvPr id="1639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677D1109-FCA5-4717-8E3B-E8764E699A1D}" type="slidenum">
              <a:rPr lang="en-US"/>
              <a:pPr/>
              <a:t>‹#›</a:t>
            </a:fld>
            <a:endParaRPr lang="en-US"/>
          </a:p>
        </p:txBody>
      </p:sp>
    </p:spTree>
    <p:extLst>
      <p:ext uri="{BB962C8B-B14F-4D97-AF65-F5344CB8AC3E}">
        <p14:creationId xmlns:p14="http://schemas.microsoft.com/office/powerpoint/2010/main" xmlns="" val="277190965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charset="0"/>
        <a:ea typeface="MS PGothic" pitchFamily="34" charset="-128"/>
        <a:cs typeface="MS PGothic" charset="0"/>
      </a:defRPr>
    </a:lvl1pPr>
    <a:lvl2pPr marL="457200" algn="l" rtl="0" eaLnBrk="0" fontAlgn="base" hangingPunct="0">
      <a:spcBef>
        <a:spcPct val="30000"/>
      </a:spcBef>
      <a:spcAft>
        <a:spcPct val="0"/>
      </a:spcAft>
      <a:defRPr sz="1200" kern="1200">
        <a:solidFill>
          <a:schemeClr val="tx1"/>
        </a:solidFill>
        <a:latin typeface="Times" charset="0"/>
        <a:ea typeface="MS PGothic" pitchFamily="34" charset="-128"/>
        <a:cs typeface="MS PGothic" charset="0"/>
      </a:defRPr>
    </a:lvl2pPr>
    <a:lvl3pPr marL="914400" algn="l" rtl="0" eaLnBrk="0" fontAlgn="base" hangingPunct="0">
      <a:spcBef>
        <a:spcPct val="30000"/>
      </a:spcBef>
      <a:spcAft>
        <a:spcPct val="0"/>
      </a:spcAft>
      <a:defRPr sz="1200" kern="1200">
        <a:solidFill>
          <a:schemeClr val="tx1"/>
        </a:solidFill>
        <a:latin typeface="Times" charset="0"/>
        <a:ea typeface="MS PGothic" pitchFamily="34" charset="-128"/>
        <a:cs typeface="MS PGothic" charset="0"/>
      </a:defRPr>
    </a:lvl3pPr>
    <a:lvl4pPr marL="1371600" algn="l" rtl="0" eaLnBrk="0" fontAlgn="base" hangingPunct="0">
      <a:spcBef>
        <a:spcPct val="30000"/>
      </a:spcBef>
      <a:spcAft>
        <a:spcPct val="0"/>
      </a:spcAft>
      <a:defRPr sz="1200" kern="1200">
        <a:solidFill>
          <a:schemeClr val="tx1"/>
        </a:solidFill>
        <a:latin typeface="Times" charset="0"/>
        <a:ea typeface="MS PGothic" pitchFamily="34" charset="-128"/>
        <a:cs typeface="MS PGothic" charset="0"/>
      </a:defRPr>
    </a:lvl4pPr>
    <a:lvl5pPr marL="1828800" algn="l" rtl="0" eaLnBrk="0" fontAlgn="base" hangingPunct="0">
      <a:spcBef>
        <a:spcPct val="30000"/>
      </a:spcBef>
      <a:spcAft>
        <a:spcPct val="0"/>
      </a:spcAft>
      <a:defRPr sz="1200" kern="1200">
        <a:solidFill>
          <a:schemeClr val="tx1"/>
        </a:solidFill>
        <a:latin typeface="Times" charset="0"/>
        <a:ea typeface="MS PGothic" pitchFamily="34" charset="-128"/>
        <a:cs typeface="MS PGothic"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7"/>
          <p:cNvSpPr>
            <a:spLocks noGrp="1" noChangeArrowheads="1"/>
          </p:cNvSpPr>
          <p:nvPr>
            <p:ph type="sldNum" sz="quarter" idx="5"/>
          </p:nvPr>
        </p:nvSpPr>
        <p:spPr>
          <a:noFill/>
        </p:spPr>
        <p:txBody>
          <a:bodyPr/>
          <a:lstStyle/>
          <a:p>
            <a:fld id="{12563FBA-52BF-4C79-8B85-9C0AFCC8B726}" type="slidenum">
              <a:rPr lang="en-US"/>
              <a:pPr/>
              <a:t>1</a:t>
            </a:fld>
            <a:endParaRPr lang="en-US"/>
          </a:p>
        </p:txBody>
      </p:sp>
      <p:sp>
        <p:nvSpPr>
          <p:cNvPr id="17410" name="Rectangle 2"/>
          <p:cNvSpPr>
            <a:spLocks noGrp="1" noRot="1" noChangeAspect="1" noChangeArrowheads="1" noTextEdit="1"/>
          </p:cNvSpPr>
          <p:nvPr>
            <p:ph type="sldImg"/>
          </p:nvPr>
        </p:nvSpPr>
        <p:spPr>
          <a:ln/>
        </p:spPr>
      </p:sp>
      <p:sp>
        <p:nvSpPr>
          <p:cNvPr id="17411" name="Rectangle 3"/>
          <p:cNvSpPr>
            <a:spLocks noGrp="1" noChangeArrowheads="1"/>
          </p:cNvSpPr>
          <p:nvPr>
            <p:ph type="body" idx="1"/>
          </p:nvPr>
        </p:nvSpPr>
        <p:spPr>
          <a:noFill/>
          <a:ln/>
        </p:spPr>
        <p:txBody>
          <a:bodyPr/>
          <a:lstStyle/>
          <a:p>
            <a:pPr eaLnBrk="1" hangingPunct="1"/>
            <a:endParaRPr lang="en-US" smtClean="0">
              <a:latin typeface="Times" pitchFamily="123" charset="0"/>
            </a:endParaRPr>
          </a:p>
        </p:txBody>
      </p:sp>
    </p:spTree>
    <p:extLst>
      <p:ext uri="{BB962C8B-B14F-4D97-AF65-F5344CB8AC3E}">
        <p14:creationId xmlns="" xmlns:p14="http://schemas.microsoft.com/office/powerpoint/2010/main" val="355866659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4" name="Rectangle 2"/>
          <p:cNvSpPr>
            <a:spLocks noChangeArrowheads="1"/>
          </p:cNvSpPr>
          <p:nvPr/>
        </p:nvSpPr>
        <p:spPr bwMode="ltGray">
          <a:xfrm>
            <a:off x="530225" y="2663825"/>
            <a:ext cx="457200" cy="398463"/>
          </a:xfrm>
          <a:prstGeom prst="rect">
            <a:avLst/>
          </a:prstGeom>
          <a:gradFill rotWithShape="0">
            <a:gsLst>
              <a:gs pos="0">
                <a:schemeClr val="tx2">
                  <a:gamma/>
                  <a:shade val="46275"/>
                  <a:invGamma/>
                </a:schemeClr>
              </a:gs>
              <a:gs pos="100000">
                <a:schemeClr val="tx2"/>
              </a:gs>
            </a:gsLst>
            <a:lin ang="5400000" scaled="1"/>
          </a:gradFill>
          <a:ln w="9525">
            <a:noFill/>
            <a:miter lim="800000"/>
            <a:headEnd/>
            <a:tailEnd/>
          </a:ln>
          <a:effectLst/>
        </p:spPr>
        <p:txBody>
          <a:bodyPr wrap="none" anchor="ctr"/>
          <a:lstStyle/>
          <a:p>
            <a:pPr algn="ctr" eaLnBrk="1" hangingPunct="1">
              <a:defRPr/>
            </a:pPr>
            <a:endParaRPr kumimoji="1" lang="en-US">
              <a:solidFill>
                <a:schemeClr val="tx2"/>
              </a:solidFill>
              <a:latin typeface="Arial" charset="0"/>
              <a:ea typeface="+mn-ea"/>
            </a:endParaRPr>
          </a:p>
        </p:txBody>
      </p:sp>
      <p:sp>
        <p:nvSpPr>
          <p:cNvPr id="5" name="Rectangle 4"/>
          <p:cNvSpPr>
            <a:spLocks noChangeArrowheads="1"/>
          </p:cNvSpPr>
          <p:nvPr/>
        </p:nvSpPr>
        <p:spPr bwMode="ltGray">
          <a:xfrm>
            <a:off x="538163" y="2982913"/>
            <a:ext cx="422275" cy="474662"/>
          </a:xfrm>
          <a:prstGeom prst="rect">
            <a:avLst/>
          </a:prstGeom>
          <a:solidFill>
            <a:srgbClr val="FFFF00"/>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2400">
                <a:solidFill>
                  <a:schemeClr val="tx1"/>
                </a:solidFill>
                <a:latin typeface="Times" pitchFamily="1" charset="0"/>
                <a:ea typeface="MS PGothic" pitchFamily="34" charset="-128"/>
              </a:defRPr>
            </a:lvl1pPr>
            <a:lvl2pPr marL="742950" indent="-285750">
              <a:defRPr sz="2400">
                <a:solidFill>
                  <a:schemeClr val="tx1"/>
                </a:solidFill>
                <a:latin typeface="Times" pitchFamily="1" charset="0"/>
                <a:ea typeface="MS PGothic" pitchFamily="34" charset="-128"/>
              </a:defRPr>
            </a:lvl2pPr>
            <a:lvl3pPr marL="1143000" indent="-228600">
              <a:defRPr sz="2400">
                <a:solidFill>
                  <a:schemeClr val="tx1"/>
                </a:solidFill>
                <a:latin typeface="Times" pitchFamily="1" charset="0"/>
                <a:ea typeface="MS PGothic" pitchFamily="34" charset="-128"/>
              </a:defRPr>
            </a:lvl3pPr>
            <a:lvl4pPr marL="1600200" indent="-228600">
              <a:defRPr sz="2400">
                <a:solidFill>
                  <a:schemeClr val="tx1"/>
                </a:solidFill>
                <a:latin typeface="Times" pitchFamily="1" charset="0"/>
                <a:ea typeface="MS PGothic" pitchFamily="34" charset="-128"/>
              </a:defRPr>
            </a:lvl4pPr>
            <a:lvl5pPr marL="2057400" indent="-228600">
              <a:defRPr sz="2400">
                <a:solidFill>
                  <a:schemeClr val="tx1"/>
                </a:solidFill>
                <a:latin typeface="Times" pitchFamily="1" charset="0"/>
                <a:ea typeface="MS PGothic" pitchFamily="34" charset="-128"/>
              </a:defRPr>
            </a:lvl5pPr>
            <a:lvl6pPr marL="2514600" indent="-228600" eaLnBrk="0" fontAlgn="base" hangingPunct="0">
              <a:spcBef>
                <a:spcPct val="0"/>
              </a:spcBef>
              <a:spcAft>
                <a:spcPct val="0"/>
              </a:spcAft>
              <a:defRPr sz="2400">
                <a:solidFill>
                  <a:schemeClr val="tx1"/>
                </a:solidFill>
                <a:latin typeface="Times" pitchFamily="1" charset="0"/>
                <a:ea typeface="MS PGothic" pitchFamily="34" charset="-128"/>
              </a:defRPr>
            </a:lvl6pPr>
            <a:lvl7pPr marL="2971800" indent="-228600" eaLnBrk="0" fontAlgn="base" hangingPunct="0">
              <a:spcBef>
                <a:spcPct val="0"/>
              </a:spcBef>
              <a:spcAft>
                <a:spcPct val="0"/>
              </a:spcAft>
              <a:defRPr sz="2400">
                <a:solidFill>
                  <a:schemeClr val="tx1"/>
                </a:solidFill>
                <a:latin typeface="Times" pitchFamily="1" charset="0"/>
                <a:ea typeface="MS PGothic" pitchFamily="34" charset="-128"/>
              </a:defRPr>
            </a:lvl7pPr>
            <a:lvl8pPr marL="3429000" indent="-228600" eaLnBrk="0" fontAlgn="base" hangingPunct="0">
              <a:spcBef>
                <a:spcPct val="0"/>
              </a:spcBef>
              <a:spcAft>
                <a:spcPct val="0"/>
              </a:spcAft>
              <a:defRPr sz="2400">
                <a:solidFill>
                  <a:schemeClr val="tx1"/>
                </a:solidFill>
                <a:latin typeface="Times" pitchFamily="1" charset="0"/>
                <a:ea typeface="MS PGothic" pitchFamily="34" charset="-128"/>
              </a:defRPr>
            </a:lvl8pPr>
            <a:lvl9pPr marL="3886200" indent="-228600" eaLnBrk="0" fontAlgn="base" hangingPunct="0">
              <a:spcBef>
                <a:spcPct val="0"/>
              </a:spcBef>
              <a:spcAft>
                <a:spcPct val="0"/>
              </a:spcAft>
              <a:defRPr sz="2400">
                <a:solidFill>
                  <a:schemeClr val="tx1"/>
                </a:solidFill>
                <a:latin typeface="Times" pitchFamily="1" charset="0"/>
                <a:ea typeface="MS PGothic" pitchFamily="34" charset="-128"/>
              </a:defRPr>
            </a:lvl9pPr>
          </a:lstStyle>
          <a:p>
            <a:pPr algn="ctr" eaLnBrk="1" hangingPunct="1">
              <a:defRPr/>
            </a:pPr>
            <a:endParaRPr kumimoji="1" lang="en-US" altLang="en-US" smtClean="0">
              <a:latin typeface="Arial" pitchFamily="34" charset="0"/>
            </a:endParaRPr>
          </a:p>
        </p:txBody>
      </p:sp>
      <p:sp>
        <p:nvSpPr>
          <p:cNvPr id="6" name="Rectangle 5"/>
          <p:cNvSpPr>
            <a:spLocks noChangeArrowheads="1"/>
          </p:cNvSpPr>
          <p:nvPr/>
        </p:nvSpPr>
        <p:spPr bwMode="ltGray">
          <a:xfrm>
            <a:off x="835025" y="2909888"/>
            <a:ext cx="368300" cy="474662"/>
          </a:xfrm>
          <a:prstGeom prst="rect">
            <a:avLst/>
          </a:prstGeom>
          <a:gradFill rotWithShape="0">
            <a:gsLst>
              <a:gs pos="0">
                <a:srgbClr val="00FF00"/>
              </a:gs>
              <a:gs pos="100000">
                <a:srgbClr val="007600"/>
              </a:gs>
            </a:gsLst>
            <a:lin ang="0" scaled="1"/>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2400">
                <a:solidFill>
                  <a:schemeClr val="tx1"/>
                </a:solidFill>
                <a:latin typeface="Times" pitchFamily="1" charset="0"/>
                <a:ea typeface="MS PGothic" pitchFamily="34" charset="-128"/>
              </a:defRPr>
            </a:lvl1pPr>
            <a:lvl2pPr marL="742950" indent="-285750">
              <a:defRPr sz="2400">
                <a:solidFill>
                  <a:schemeClr val="tx1"/>
                </a:solidFill>
                <a:latin typeface="Times" pitchFamily="1" charset="0"/>
                <a:ea typeface="MS PGothic" pitchFamily="34" charset="-128"/>
              </a:defRPr>
            </a:lvl2pPr>
            <a:lvl3pPr marL="1143000" indent="-228600">
              <a:defRPr sz="2400">
                <a:solidFill>
                  <a:schemeClr val="tx1"/>
                </a:solidFill>
                <a:latin typeface="Times" pitchFamily="1" charset="0"/>
                <a:ea typeface="MS PGothic" pitchFamily="34" charset="-128"/>
              </a:defRPr>
            </a:lvl3pPr>
            <a:lvl4pPr marL="1600200" indent="-228600">
              <a:defRPr sz="2400">
                <a:solidFill>
                  <a:schemeClr val="tx1"/>
                </a:solidFill>
                <a:latin typeface="Times" pitchFamily="1" charset="0"/>
                <a:ea typeface="MS PGothic" pitchFamily="34" charset="-128"/>
              </a:defRPr>
            </a:lvl4pPr>
            <a:lvl5pPr marL="2057400" indent="-228600">
              <a:defRPr sz="2400">
                <a:solidFill>
                  <a:schemeClr val="tx1"/>
                </a:solidFill>
                <a:latin typeface="Times" pitchFamily="1" charset="0"/>
                <a:ea typeface="MS PGothic" pitchFamily="34" charset="-128"/>
              </a:defRPr>
            </a:lvl5pPr>
            <a:lvl6pPr marL="2514600" indent="-228600" eaLnBrk="0" fontAlgn="base" hangingPunct="0">
              <a:spcBef>
                <a:spcPct val="0"/>
              </a:spcBef>
              <a:spcAft>
                <a:spcPct val="0"/>
              </a:spcAft>
              <a:defRPr sz="2400">
                <a:solidFill>
                  <a:schemeClr val="tx1"/>
                </a:solidFill>
                <a:latin typeface="Times" pitchFamily="1" charset="0"/>
                <a:ea typeface="MS PGothic" pitchFamily="34" charset="-128"/>
              </a:defRPr>
            </a:lvl6pPr>
            <a:lvl7pPr marL="2971800" indent="-228600" eaLnBrk="0" fontAlgn="base" hangingPunct="0">
              <a:spcBef>
                <a:spcPct val="0"/>
              </a:spcBef>
              <a:spcAft>
                <a:spcPct val="0"/>
              </a:spcAft>
              <a:defRPr sz="2400">
                <a:solidFill>
                  <a:schemeClr val="tx1"/>
                </a:solidFill>
                <a:latin typeface="Times" pitchFamily="1" charset="0"/>
                <a:ea typeface="MS PGothic" pitchFamily="34" charset="-128"/>
              </a:defRPr>
            </a:lvl7pPr>
            <a:lvl8pPr marL="3429000" indent="-228600" eaLnBrk="0" fontAlgn="base" hangingPunct="0">
              <a:spcBef>
                <a:spcPct val="0"/>
              </a:spcBef>
              <a:spcAft>
                <a:spcPct val="0"/>
              </a:spcAft>
              <a:defRPr sz="2400">
                <a:solidFill>
                  <a:schemeClr val="tx1"/>
                </a:solidFill>
                <a:latin typeface="Times" pitchFamily="1" charset="0"/>
                <a:ea typeface="MS PGothic" pitchFamily="34" charset="-128"/>
              </a:defRPr>
            </a:lvl8pPr>
            <a:lvl9pPr marL="3886200" indent="-228600" eaLnBrk="0" fontAlgn="base" hangingPunct="0">
              <a:spcBef>
                <a:spcPct val="0"/>
              </a:spcBef>
              <a:spcAft>
                <a:spcPct val="0"/>
              </a:spcAft>
              <a:defRPr sz="2400">
                <a:solidFill>
                  <a:schemeClr val="tx1"/>
                </a:solidFill>
                <a:latin typeface="Times" pitchFamily="1" charset="0"/>
                <a:ea typeface="MS PGothic" pitchFamily="34" charset="-128"/>
              </a:defRPr>
            </a:lvl9pPr>
          </a:lstStyle>
          <a:p>
            <a:pPr algn="ctr" eaLnBrk="1" hangingPunct="1">
              <a:defRPr/>
            </a:pPr>
            <a:endParaRPr kumimoji="1" lang="en-US" altLang="en-US" smtClean="0">
              <a:latin typeface="Arial" pitchFamily="34" charset="0"/>
            </a:endParaRPr>
          </a:p>
        </p:txBody>
      </p:sp>
      <p:sp>
        <p:nvSpPr>
          <p:cNvPr id="7" name="Rectangle 6"/>
          <p:cNvSpPr>
            <a:spLocks noChangeArrowheads="1"/>
          </p:cNvSpPr>
          <p:nvPr/>
        </p:nvSpPr>
        <p:spPr bwMode="ltGray">
          <a:xfrm>
            <a:off x="225425" y="2833688"/>
            <a:ext cx="457200" cy="422275"/>
          </a:xfrm>
          <a:prstGeom prst="rect">
            <a:avLst/>
          </a:prstGeom>
          <a:gradFill rotWithShape="0">
            <a:gsLst>
              <a:gs pos="0">
                <a:schemeClr val="folHlink">
                  <a:gamma/>
                  <a:tint val="45490"/>
                  <a:invGamma/>
                </a:schemeClr>
              </a:gs>
              <a:gs pos="100000">
                <a:schemeClr val="folHlink"/>
              </a:gs>
            </a:gsLst>
            <a:lin ang="18900000" scaled="1"/>
          </a:gradFill>
          <a:ln w="9525">
            <a:noFill/>
            <a:miter lim="800000"/>
            <a:headEnd/>
            <a:tailEnd/>
          </a:ln>
          <a:effectLst/>
        </p:spPr>
        <p:txBody>
          <a:bodyPr wrap="none" anchor="ctr"/>
          <a:lstStyle/>
          <a:p>
            <a:pPr algn="ctr" eaLnBrk="1" hangingPunct="1">
              <a:defRPr/>
            </a:pPr>
            <a:endParaRPr kumimoji="1" lang="en-US">
              <a:latin typeface="Arial" charset="0"/>
              <a:ea typeface="+mn-ea"/>
            </a:endParaRPr>
          </a:p>
        </p:txBody>
      </p:sp>
      <p:sp>
        <p:nvSpPr>
          <p:cNvPr id="8" name="Rectangle 7"/>
          <p:cNvSpPr>
            <a:spLocks noChangeArrowheads="1"/>
          </p:cNvSpPr>
          <p:nvPr/>
        </p:nvSpPr>
        <p:spPr bwMode="gray">
          <a:xfrm>
            <a:off x="758825" y="2452688"/>
            <a:ext cx="31750" cy="1052512"/>
          </a:xfrm>
          <a:prstGeom prst="rect">
            <a:avLst/>
          </a:prstGeom>
          <a:solidFill>
            <a:srgbClr val="993300"/>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2400">
                <a:solidFill>
                  <a:schemeClr val="tx1"/>
                </a:solidFill>
                <a:latin typeface="Times" pitchFamily="1" charset="0"/>
                <a:ea typeface="MS PGothic" pitchFamily="34" charset="-128"/>
              </a:defRPr>
            </a:lvl1pPr>
            <a:lvl2pPr marL="742950" indent="-285750">
              <a:defRPr sz="2400">
                <a:solidFill>
                  <a:schemeClr val="tx1"/>
                </a:solidFill>
                <a:latin typeface="Times" pitchFamily="1" charset="0"/>
                <a:ea typeface="MS PGothic" pitchFamily="34" charset="-128"/>
              </a:defRPr>
            </a:lvl2pPr>
            <a:lvl3pPr marL="1143000" indent="-228600">
              <a:defRPr sz="2400">
                <a:solidFill>
                  <a:schemeClr val="tx1"/>
                </a:solidFill>
                <a:latin typeface="Times" pitchFamily="1" charset="0"/>
                <a:ea typeface="MS PGothic" pitchFamily="34" charset="-128"/>
              </a:defRPr>
            </a:lvl3pPr>
            <a:lvl4pPr marL="1600200" indent="-228600">
              <a:defRPr sz="2400">
                <a:solidFill>
                  <a:schemeClr val="tx1"/>
                </a:solidFill>
                <a:latin typeface="Times" pitchFamily="1" charset="0"/>
                <a:ea typeface="MS PGothic" pitchFamily="34" charset="-128"/>
              </a:defRPr>
            </a:lvl4pPr>
            <a:lvl5pPr marL="2057400" indent="-228600">
              <a:defRPr sz="2400">
                <a:solidFill>
                  <a:schemeClr val="tx1"/>
                </a:solidFill>
                <a:latin typeface="Times" pitchFamily="1" charset="0"/>
                <a:ea typeface="MS PGothic" pitchFamily="34" charset="-128"/>
              </a:defRPr>
            </a:lvl5pPr>
            <a:lvl6pPr marL="2514600" indent="-228600" eaLnBrk="0" fontAlgn="base" hangingPunct="0">
              <a:spcBef>
                <a:spcPct val="0"/>
              </a:spcBef>
              <a:spcAft>
                <a:spcPct val="0"/>
              </a:spcAft>
              <a:defRPr sz="2400">
                <a:solidFill>
                  <a:schemeClr val="tx1"/>
                </a:solidFill>
                <a:latin typeface="Times" pitchFamily="1" charset="0"/>
                <a:ea typeface="MS PGothic" pitchFamily="34" charset="-128"/>
              </a:defRPr>
            </a:lvl6pPr>
            <a:lvl7pPr marL="2971800" indent="-228600" eaLnBrk="0" fontAlgn="base" hangingPunct="0">
              <a:spcBef>
                <a:spcPct val="0"/>
              </a:spcBef>
              <a:spcAft>
                <a:spcPct val="0"/>
              </a:spcAft>
              <a:defRPr sz="2400">
                <a:solidFill>
                  <a:schemeClr val="tx1"/>
                </a:solidFill>
                <a:latin typeface="Times" pitchFamily="1" charset="0"/>
                <a:ea typeface="MS PGothic" pitchFamily="34" charset="-128"/>
              </a:defRPr>
            </a:lvl7pPr>
            <a:lvl8pPr marL="3429000" indent="-228600" eaLnBrk="0" fontAlgn="base" hangingPunct="0">
              <a:spcBef>
                <a:spcPct val="0"/>
              </a:spcBef>
              <a:spcAft>
                <a:spcPct val="0"/>
              </a:spcAft>
              <a:defRPr sz="2400">
                <a:solidFill>
                  <a:schemeClr val="tx1"/>
                </a:solidFill>
                <a:latin typeface="Times" pitchFamily="1" charset="0"/>
                <a:ea typeface="MS PGothic" pitchFamily="34" charset="-128"/>
              </a:defRPr>
            </a:lvl8pPr>
            <a:lvl9pPr marL="3886200" indent="-228600" eaLnBrk="0" fontAlgn="base" hangingPunct="0">
              <a:spcBef>
                <a:spcPct val="0"/>
              </a:spcBef>
              <a:spcAft>
                <a:spcPct val="0"/>
              </a:spcAft>
              <a:defRPr sz="2400">
                <a:solidFill>
                  <a:schemeClr val="tx1"/>
                </a:solidFill>
                <a:latin typeface="Times" pitchFamily="1" charset="0"/>
                <a:ea typeface="MS PGothic" pitchFamily="34" charset="-128"/>
              </a:defRPr>
            </a:lvl9pPr>
          </a:lstStyle>
          <a:p>
            <a:pPr algn="ctr" eaLnBrk="1" hangingPunct="1">
              <a:defRPr/>
            </a:pPr>
            <a:endParaRPr kumimoji="1" lang="en-US" altLang="en-US" smtClean="0">
              <a:latin typeface="Arial" pitchFamily="34" charset="0"/>
            </a:endParaRPr>
          </a:p>
        </p:txBody>
      </p:sp>
      <p:sp>
        <p:nvSpPr>
          <p:cNvPr id="9" name="Rectangle 8"/>
          <p:cNvSpPr>
            <a:spLocks noChangeArrowheads="1"/>
          </p:cNvSpPr>
          <p:nvPr/>
        </p:nvSpPr>
        <p:spPr bwMode="gray">
          <a:xfrm>
            <a:off x="457200" y="3290888"/>
            <a:ext cx="8683625" cy="46037"/>
          </a:xfrm>
          <a:prstGeom prst="rect">
            <a:avLst/>
          </a:prstGeom>
          <a:gradFill rotWithShape="0">
            <a:gsLst>
              <a:gs pos="0">
                <a:srgbClr val="591800"/>
              </a:gs>
              <a:gs pos="100000">
                <a:srgbClr val="C13300"/>
              </a:gs>
            </a:gsLst>
            <a:lin ang="0" scaled="1"/>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2400">
                <a:solidFill>
                  <a:schemeClr val="tx1"/>
                </a:solidFill>
                <a:latin typeface="Times" pitchFamily="1" charset="0"/>
                <a:ea typeface="MS PGothic" pitchFamily="34" charset="-128"/>
              </a:defRPr>
            </a:lvl1pPr>
            <a:lvl2pPr marL="742950" indent="-285750">
              <a:defRPr sz="2400">
                <a:solidFill>
                  <a:schemeClr val="tx1"/>
                </a:solidFill>
                <a:latin typeface="Times" pitchFamily="1" charset="0"/>
                <a:ea typeface="MS PGothic" pitchFamily="34" charset="-128"/>
              </a:defRPr>
            </a:lvl2pPr>
            <a:lvl3pPr marL="1143000" indent="-228600">
              <a:defRPr sz="2400">
                <a:solidFill>
                  <a:schemeClr val="tx1"/>
                </a:solidFill>
                <a:latin typeface="Times" pitchFamily="1" charset="0"/>
                <a:ea typeface="MS PGothic" pitchFamily="34" charset="-128"/>
              </a:defRPr>
            </a:lvl3pPr>
            <a:lvl4pPr marL="1600200" indent="-228600">
              <a:defRPr sz="2400">
                <a:solidFill>
                  <a:schemeClr val="tx1"/>
                </a:solidFill>
                <a:latin typeface="Times" pitchFamily="1" charset="0"/>
                <a:ea typeface="MS PGothic" pitchFamily="34" charset="-128"/>
              </a:defRPr>
            </a:lvl4pPr>
            <a:lvl5pPr marL="2057400" indent="-228600">
              <a:defRPr sz="2400">
                <a:solidFill>
                  <a:schemeClr val="tx1"/>
                </a:solidFill>
                <a:latin typeface="Times" pitchFamily="1" charset="0"/>
                <a:ea typeface="MS PGothic" pitchFamily="34" charset="-128"/>
              </a:defRPr>
            </a:lvl5pPr>
            <a:lvl6pPr marL="2514600" indent="-228600" eaLnBrk="0" fontAlgn="base" hangingPunct="0">
              <a:spcBef>
                <a:spcPct val="0"/>
              </a:spcBef>
              <a:spcAft>
                <a:spcPct val="0"/>
              </a:spcAft>
              <a:defRPr sz="2400">
                <a:solidFill>
                  <a:schemeClr val="tx1"/>
                </a:solidFill>
                <a:latin typeface="Times" pitchFamily="1" charset="0"/>
                <a:ea typeface="MS PGothic" pitchFamily="34" charset="-128"/>
              </a:defRPr>
            </a:lvl6pPr>
            <a:lvl7pPr marL="2971800" indent="-228600" eaLnBrk="0" fontAlgn="base" hangingPunct="0">
              <a:spcBef>
                <a:spcPct val="0"/>
              </a:spcBef>
              <a:spcAft>
                <a:spcPct val="0"/>
              </a:spcAft>
              <a:defRPr sz="2400">
                <a:solidFill>
                  <a:schemeClr val="tx1"/>
                </a:solidFill>
                <a:latin typeface="Times" pitchFamily="1" charset="0"/>
                <a:ea typeface="MS PGothic" pitchFamily="34" charset="-128"/>
              </a:defRPr>
            </a:lvl7pPr>
            <a:lvl8pPr marL="3429000" indent="-228600" eaLnBrk="0" fontAlgn="base" hangingPunct="0">
              <a:spcBef>
                <a:spcPct val="0"/>
              </a:spcBef>
              <a:spcAft>
                <a:spcPct val="0"/>
              </a:spcAft>
              <a:defRPr sz="2400">
                <a:solidFill>
                  <a:schemeClr val="tx1"/>
                </a:solidFill>
                <a:latin typeface="Times" pitchFamily="1" charset="0"/>
                <a:ea typeface="MS PGothic" pitchFamily="34" charset="-128"/>
              </a:defRPr>
            </a:lvl8pPr>
            <a:lvl9pPr marL="3886200" indent="-228600" eaLnBrk="0" fontAlgn="base" hangingPunct="0">
              <a:spcBef>
                <a:spcPct val="0"/>
              </a:spcBef>
              <a:spcAft>
                <a:spcPct val="0"/>
              </a:spcAft>
              <a:defRPr sz="2400">
                <a:solidFill>
                  <a:schemeClr val="tx1"/>
                </a:solidFill>
                <a:latin typeface="Times" pitchFamily="1" charset="0"/>
                <a:ea typeface="MS PGothic" pitchFamily="34" charset="-128"/>
              </a:defRPr>
            </a:lvl9pPr>
          </a:lstStyle>
          <a:p>
            <a:pPr algn="ctr" eaLnBrk="1" hangingPunct="1">
              <a:defRPr/>
            </a:pPr>
            <a:endParaRPr kumimoji="1" lang="en-US" altLang="en-US" smtClean="0">
              <a:solidFill>
                <a:srgbClr val="993300"/>
              </a:solidFill>
              <a:latin typeface="Arial" pitchFamily="34" charset="0"/>
            </a:endParaRPr>
          </a:p>
        </p:txBody>
      </p:sp>
      <p:pic>
        <p:nvPicPr>
          <p:cNvPr id="10" name="Picture 16"/>
          <p:cNvPicPr>
            <a:picLocks noChangeAspect="1"/>
          </p:cNvPicPr>
          <p:nvPr userDrawn="1"/>
        </p:nvPicPr>
        <p:blipFill>
          <a:blip r:embed="rId2"/>
          <a:srcRect/>
          <a:stretch>
            <a:fillRect/>
          </a:stretch>
        </p:blipFill>
        <p:spPr bwMode="auto">
          <a:xfrm>
            <a:off x="3962400" y="5334000"/>
            <a:ext cx="1371600" cy="1143000"/>
          </a:xfrm>
          <a:prstGeom prst="rect">
            <a:avLst/>
          </a:prstGeom>
          <a:noFill/>
          <a:ln w="9525">
            <a:noFill/>
            <a:miter lim="800000"/>
            <a:headEnd/>
            <a:tailEnd/>
          </a:ln>
        </p:spPr>
      </p:pic>
      <p:sp>
        <p:nvSpPr>
          <p:cNvPr id="152578" name="Rectangle 2"/>
          <p:cNvSpPr>
            <a:spLocks noGrp="1" noChangeArrowheads="1"/>
          </p:cNvSpPr>
          <p:nvPr>
            <p:ph type="ctrTitle"/>
          </p:nvPr>
        </p:nvSpPr>
        <p:spPr>
          <a:xfrm>
            <a:off x="838200" y="2209800"/>
            <a:ext cx="7620000" cy="1066800"/>
          </a:xfrm>
        </p:spPr>
        <p:txBody>
          <a:bodyPr/>
          <a:lstStyle>
            <a:lvl1pPr algn="ctr">
              <a:defRPr/>
            </a:lvl1pPr>
          </a:lstStyle>
          <a:p>
            <a:r>
              <a:rPr lang="en-US"/>
              <a:t>Click to edit Master title style</a:t>
            </a:r>
          </a:p>
        </p:txBody>
      </p:sp>
      <p:sp>
        <p:nvSpPr>
          <p:cNvPr id="152579" name="Rectangle 3"/>
          <p:cNvSpPr>
            <a:spLocks noGrp="1" noChangeArrowheads="1"/>
          </p:cNvSpPr>
          <p:nvPr>
            <p:ph type="subTitle" idx="1"/>
          </p:nvPr>
        </p:nvSpPr>
        <p:spPr>
          <a:xfrm>
            <a:off x="838200" y="3886200"/>
            <a:ext cx="7620000" cy="762000"/>
          </a:xfrm>
        </p:spPr>
        <p:txBody>
          <a:bodyPr/>
          <a:lstStyle>
            <a:lvl1pPr marL="0" indent="0" algn="ctr">
              <a:buFont typeface="Wingdings" charset="2"/>
              <a:buNone/>
              <a:defRPr>
                <a:solidFill>
                  <a:srgbClr val="993300"/>
                </a:solidFill>
              </a:defRPr>
            </a:lvl1pPr>
          </a:lstStyle>
          <a:p>
            <a:r>
              <a:rPr lang="en-US"/>
              <a:t>Click to edit Master subtitle style</a:t>
            </a:r>
          </a:p>
        </p:txBody>
      </p:sp>
      <p:sp>
        <p:nvSpPr>
          <p:cNvPr id="11" name="Rectangle 4"/>
          <p:cNvSpPr>
            <a:spLocks noGrp="1" noChangeArrowheads="1"/>
          </p:cNvSpPr>
          <p:nvPr>
            <p:ph type="dt" sz="half" idx="10"/>
          </p:nvPr>
        </p:nvSpPr>
        <p:spPr bwMode="auto">
          <a:xfrm>
            <a:off x="8077200" y="6553200"/>
            <a:ext cx="1066800" cy="3048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eaLnBrk="1" hangingPunct="1">
              <a:defRPr sz="1200">
                <a:latin typeface="Arial" pitchFamily="34" charset="0"/>
              </a:defRPr>
            </a:lvl1pPr>
          </a:lstStyle>
          <a:p>
            <a:fld id="{3D54EF2D-FD43-47DD-865A-97FFCFDBAB49}" type="datetime5">
              <a:rPr lang="en-US"/>
              <a:pPr/>
              <a:t>4-Apr-22</a:t>
            </a:fld>
            <a:endParaRPr 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sldNum" sz="quarter" idx="10"/>
          </p:nvPr>
        </p:nvSpPr>
        <p:spPr>
          <a:ln/>
        </p:spPr>
        <p:txBody>
          <a:bodyPr/>
          <a:lstStyle>
            <a:lvl1pPr>
              <a:defRPr/>
            </a:lvl1pPr>
          </a:lstStyle>
          <a:p>
            <a:fld id="{A23C1B03-0993-4B56-8AC7-1F376C495DCC}"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sldNum" sz="quarter" idx="10"/>
          </p:nvPr>
        </p:nvSpPr>
        <p:spPr>
          <a:ln/>
        </p:spPr>
        <p:txBody>
          <a:bodyPr/>
          <a:lstStyle>
            <a:lvl1pPr>
              <a:defRPr/>
            </a:lvl1pPr>
          </a:lstStyle>
          <a:p>
            <a:fld id="{96C8463E-3D75-4B91-ABBC-00F83E82263B}"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21005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819650" y="1371600"/>
            <a:ext cx="4211638"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sldNum" sz="quarter" idx="10"/>
          </p:nvPr>
        </p:nvSpPr>
        <p:spPr>
          <a:ln/>
        </p:spPr>
        <p:txBody>
          <a:bodyPr/>
          <a:lstStyle>
            <a:lvl1pPr>
              <a:defRPr/>
            </a:lvl1pPr>
          </a:lstStyle>
          <a:p>
            <a:fld id="{8A23954D-E184-421C-AF54-C602140A88D4}"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sldNum" sz="quarter" idx="10"/>
          </p:nvPr>
        </p:nvSpPr>
        <p:spPr>
          <a:ln/>
        </p:spPr>
        <p:txBody>
          <a:bodyPr/>
          <a:lstStyle>
            <a:lvl1pPr>
              <a:defRPr/>
            </a:lvl1pPr>
          </a:lstStyle>
          <a:p>
            <a:fld id="{687E6A9F-48F3-46F0-AF45-2202115821CF}"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sldNum" sz="quarter" idx="10"/>
          </p:nvPr>
        </p:nvSpPr>
        <p:spPr>
          <a:ln/>
        </p:spPr>
        <p:txBody>
          <a:bodyPr/>
          <a:lstStyle>
            <a:lvl1pPr>
              <a:defRPr/>
            </a:lvl1pPr>
          </a:lstStyle>
          <a:p>
            <a:fld id="{015C8E12-A6C5-4284-8C99-3456C36EE96E}"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sldNum" sz="quarter" idx="10"/>
          </p:nvPr>
        </p:nvSpPr>
        <p:spPr>
          <a:ln/>
        </p:spPr>
        <p:txBody>
          <a:bodyPr/>
          <a:lstStyle>
            <a:lvl1pPr>
              <a:defRPr/>
            </a:lvl1pPr>
          </a:lstStyle>
          <a:p>
            <a:fld id="{B45CDADB-0D4D-4D56-B67F-19547B2A5691}"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sldNum" sz="quarter" idx="10"/>
          </p:nvPr>
        </p:nvSpPr>
        <p:spPr>
          <a:ln/>
        </p:spPr>
        <p:txBody>
          <a:bodyPr/>
          <a:lstStyle>
            <a:lvl1pPr>
              <a:defRPr/>
            </a:lvl1pPr>
          </a:lstStyle>
          <a:p>
            <a:fld id="{432BE86A-CFED-4459-8512-DAA44D62923F}"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sldNum" sz="quarter" idx="10"/>
          </p:nvPr>
        </p:nvSpPr>
        <p:spPr>
          <a:ln/>
        </p:spPr>
        <p:txBody>
          <a:bodyPr/>
          <a:lstStyle>
            <a:lvl1pPr>
              <a:defRPr/>
            </a:lvl1pPr>
          </a:lstStyle>
          <a:p>
            <a:fld id="{113068AD-FE32-43F9-B211-00E571E50DA3}"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sldNum" sz="quarter" idx="10"/>
          </p:nvPr>
        </p:nvSpPr>
        <p:spPr>
          <a:ln/>
        </p:spPr>
        <p:txBody>
          <a:bodyPr/>
          <a:lstStyle>
            <a:lvl1pPr>
              <a:defRPr/>
            </a:lvl1pPr>
          </a:lstStyle>
          <a:p>
            <a:fld id="{32168BB1-589C-4BE2-8573-8C9096C752B4}"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88163" y="228600"/>
            <a:ext cx="2143125" cy="61722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28600"/>
            <a:ext cx="6278563" cy="6172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sldNum" sz="quarter" idx="10"/>
          </p:nvPr>
        </p:nvSpPr>
        <p:spPr>
          <a:ln/>
        </p:spPr>
        <p:txBody>
          <a:bodyPr/>
          <a:lstStyle>
            <a:lvl1pPr>
              <a:defRPr/>
            </a:lvl1pPr>
          </a:lstStyle>
          <a:p>
            <a:fld id="{30FD209B-AB01-46CD-A1E2-C238354EEEA1}" type="slidenum">
              <a:rPr lang="en-US"/>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showMasterPhAnim="0" type="tx" preserve="1">
  <p:cSld name="QUES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6705600" cy="1752600"/>
          </a:xfrm>
        </p:spPr>
        <p:txBody>
          <a:bodyPr anchor="t"/>
          <a:lstStyle>
            <a:lvl1pPr>
              <a:defRPr sz="2800">
                <a:solidFill>
                  <a:schemeClr val="tx1"/>
                </a:solidFill>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457200" y="2362200"/>
            <a:ext cx="4267200" cy="4038600"/>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endParaRPr lang="en-US" dirty="0" smtClean="0"/>
          </a:p>
        </p:txBody>
      </p:sp>
      <p:sp>
        <p:nvSpPr>
          <p:cNvPr id="4" name="Slide Number Placeholder 3"/>
          <p:cNvSpPr>
            <a:spLocks noGrp="1"/>
          </p:cNvSpPr>
          <p:nvPr>
            <p:ph type="sldNum" sz="quarter" idx="10"/>
          </p:nvPr>
        </p:nvSpPr>
        <p:spPr/>
        <p:txBody>
          <a:bodyPr/>
          <a:lstStyle>
            <a:lvl1pPr>
              <a:defRPr/>
            </a:lvl1pPr>
          </a:lstStyle>
          <a:p>
            <a:fld id="{5C522CA1-B531-4BC9-8251-6BA15033E8E9}" type="slidenum">
              <a:rPr lang="en-US"/>
              <a:pPr/>
              <a:t>‹#›</a:t>
            </a:fld>
            <a:endParaRPr lang="en-US"/>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219200" y="228600"/>
            <a:ext cx="7793038" cy="838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smtClean="0"/>
              <a:t>Click to edit Master title style</a:t>
            </a:r>
          </a:p>
        </p:txBody>
      </p:sp>
      <p:sp>
        <p:nvSpPr>
          <p:cNvPr id="151555" name="Rectangle 3"/>
          <p:cNvSpPr>
            <a:spLocks noGrp="1" noChangeArrowheads="1"/>
          </p:cNvSpPr>
          <p:nvPr>
            <p:ph type="body" idx="1"/>
          </p:nvPr>
        </p:nvSpPr>
        <p:spPr bwMode="auto">
          <a:xfrm>
            <a:off x="457200" y="1371600"/>
            <a:ext cx="8574088" cy="5029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51556" name="Rectangle 4"/>
          <p:cNvSpPr>
            <a:spLocks noGrp="1" noChangeArrowheads="1"/>
          </p:cNvSpPr>
          <p:nvPr>
            <p:ph type="sldNum" sz="quarter" idx="4"/>
          </p:nvPr>
        </p:nvSpPr>
        <p:spPr bwMode="auto">
          <a:xfrm>
            <a:off x="7239000" y="64008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400">
                <a:latin typeface="Arial" pitchFamily="34" charset="0"/>
              </a:defRPr>
            </a:lvl1pPr>
          </a:lstStyle>
          <a:p>
            <a:fld id="{D9082DD3-4162-47C3-A307-C22F7F02D9E7}" type="slidenum">
              <a:rPr lang="en-US"/>
              <a:pPr/>
              <a:t>‹#›</a:t>
            </a:fld>
            <a:endParaRPr lang="en-US"/>
          </a:p>
        </p:txBody>
      </p:sp>
      <p:sp>
        <p:nvSpPr>
          <p:cNvPr id="3074" name="Rectangle 2"/>
          <p:cNvSpPr>
            <a:spLocks noChangeArrowheads="1"/>
          </p:cNvSpPr>
          <p:nvPr/>
        </p:nvSpPr>
        <p:spPr bwMode="ltGray">
          <a:xfrm>
            <a:off x="530225" y="363538"/>
            <a:ext cx="457200" cy="398462"/>
          </a:xfrm>
          <a:prstGeom prst="rect">
            <a:avLst/>
          </a:prstGeom>
          <a:gradFill rotWithShape="0">
            <a:gsLst>
              <a:gs pos="0">
                <a:schemeClr val="tx2">
                  <a:gamma/>
                  <a:shade val="46275"/>
                  <a:invGamma/>
                </a:schemeClr>
              </a:gs>
              <a:gs pos="100000">
                <a:schemeClr val="tx2"/>
              </a:gs>
            </a:gsLst>
            <a:lin ang="5400000" scaled="1"/>
          </a:gradFill>
          <a:ln w="9525">
            <a:noFill/>
            <a:miter lim="800000"/>
            <a:headEnd/>
            <a:tailEnd/>
          </a:ln>
          <a:effectLst/>
        </p:spPr>
        <p:txBody>
          <a:bodyPr wrap="none" anchor="ctr"/>
          <a:lstStyle/>
          <a:p>
            <a:pPr algn="ctr" eaLnBrk="1" hangingPunct="1">
              <a:defRPr/>
            </a:pPr>
            <a:endParaRPr kumimoji="1" lang="en-US">
              <a:solidFill>
                <a:schemeClr val="tx2"/>
              </a:solidFill>
              <a:latin typeface="Arial" charset="0"/>
              <a:ea typeface="+mn-ea"/>
            </a:endParaRPr>
          </a:p>
        </p:txBody>
      </p:sp>
      <p:sp>
        <p:nvSpPr>
          <p:cNvPr id="1030" name="Rectangle 4"/>
          <p:cNvSpPr>
            <a:spLocks noChangeArrowheads="1"/>
          </p:cNvSpPr>
          <p:nvPr/>
        </p:nvSpPr>
        <p:spPr bwMode="ltGray">
          <a:xfrm>
            <a:off x="538163" y="682625"/>
            <a:ext cx="422275" cy="474663"/>
          </a:xfrm>
          <a:prstGeom prst="rect">
            <a:avLst/>
          </a:prstGeom>
          <a:solidFill>
            <a:srgbClr val="FFFF00"/>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2400">
                <a:solidFill>
                  <a:schemeClr val="tx1"/>
                </a:solidFill>
                <a:latin typeface="Times" pitchFamily="1" charset="0"/>
                <a:ea typeface="MS PGothic" pitchFamily="34" charset="-128"/>
              </a:defRPr>
            </a:lvl1pPr>
            <a:lvl2pPr marL="742950" indent="-285750">
              <a:defRPr sz="2400">
                <a:solidFill>
                  <a:schemeClr val="tx1"/>
                </a:solidFill>
                <a:latin typeface="Times" pitchFamily="1" charset="0"/>
                <a:ea typeface="MS PGothic" pitchFamily="34" charset="-128"/>
              </a:defRPr>
            </a:lvl2pPr>
            <a:lvl3pPr marL="1143000" indent="-228600">
              <a:defRPr sz="2400">
                <a:solidFill>
                  <a:schemeClr val="tx1"/>
                </a:solidFill>
                <a:latin typeface="Times" pitchFamily="1" charset="0"/>
                <a:ea typeface="MS PGothic" pitchFamily="34" charset="-128"/>
              </a:defRPr>
            </a:lvl3pPr>
            <a:lvl4pPr marL="1600200" indent="-228600">
              <a:defRPr sz="2400">
                <a:solidFill>
                  <a:schemeClr val="tx1"/>
                </a:solidFill>
                <a:latin typeface="Times" pitchFamily="1" charset="0"/>
                <a:ea typeface="MS PGothic" pitchFamily="34" charset="-128"/>
              </a:defRPr>
            </a:lvl4pPr>
            <a:lvl5pPr marL="2057400" indent="-228600">
              <a:defRPr sz="2400">
                <a:solidFill>
                  <a:schemeClr val="tx1"/>
                </a:solidFill>
                <a:latin typeface="Times" pitchFamily="1" charset="0"/>
                <a:ea typeface="MS PGothic" pitchFamily="34" charset="-128"/>
              </a:defRPr>
            </a:lvl5pPr>
            <a:lvl6pPr marL="2514600" indent="-228600" eaLnBrk="0" fontAlgn="base" hangingPunct="0">
              <a:spcBef>
                <a:spcPct val="0"/>
              </a:spcBef>
              <a:spcAft>
                <a:spcPct val="0"/>
              </a:spcAft>
              <a:defRPr sz="2400">
                <a:solidFill>
                  <a:schemeClr val="tx1"/>
                </a:solidFill>
                <a:latin typeface="Times" pitchFamily="1" charset="0"/>
                <a:ea typeface="MS PGothic" pitchFamily="34" charset="-128"/>
              </a:defRPr>
            </a:lvl6pPr>
            <a:lvl7pPr marL="2971800" indent="-228600" eaLnBrk="0" fontAlgn="base" hangingPunct="0">
              <a:spcBef>
                <a:spcPct val="0"/>
              </a:spcBef>
              <a:spcAft>
                <a:spcPct val="0"/>
              </a:spcAft>
              <a:defRPr sz="2400">
                <a:solidFill>
                  <a:schemeClr val="tx1"/>
                </a:solidFill>
                <a:latin typeface="Times" pitchFamily="1" charset="0"/>
                <a:ea typeface="MS PGothic" pitchFamily="34" charset="-128"/>
              </a:defRPr>
            </a:lvl7pPr>
            <a:lvl8pPr marL="3429000" indent="-228600" eaLnBrk="0" fontAlgn="base" hangingPunct="0">
              <a:spcBef>
                <a:spcPct val="0"/>
              </a:spcBef>
              <a:spcAft>
                <a:spcPct val="0"/>
              </a:spcAft>
              <a:defRPr sz="2400">
                <a:solidFill>
                  <a:schemeClr val="tx1"/>
                </a:solidFill>
                <a:latin typeface="Times" pitchFamily="1" charset="0"/>
                <a:ea typeface="MS PGothic" pitchFamily="34" charset="-128"/>
              </a:defRPr>
            </a:lvl8pPr>
            <a:lvl9pPr marL="3886200" indent="-228600" eaLnBrk="0" fontAlgn="base" hangingPunct="0">
              <a:spcBef>
                <a:spcPct val="0"/>
              </a:spcBef>
              <a:spcAft>
                <a:spcPct val="0"/>
              </a:spcAft>
              <a:defRPr sz="2400">
                <a:solidFill>
                  <a:schemeClr val="tx1"/>
                </a:solidFill>
                <a:latin typeface="Times" pitchFamily="1" charset="0"/>
                <a:ea typeface="MS PGothic" pitchFamily="34" charset="-128"/>
              </a:defRPr>
            </a:lvl9pPr>
          </a:lstStyle>
          <a:p>
            <a:pPr algn="ctr" eaLnBrk="1" hangingPunct="1">
              <a:defRPr/>
            </a:pPr>
            <a:endParaRPr kumimoji="1" lang="en-US" altLang="en-US" smtClean="0">
              <a:latin typeface="Arial" pitchFamily="34" charset="0"/>
            </a:endParaRPr>
          </a:p>
        </p:txBody>
      </p:sp>
      <p:sp>
        <p:nvSpPr>
          <p:cNvPr id="1031" name="Rectangle 5"/>
          <p:cNvSpPr>
            <a:spLocks noChangeArrowheads="1"/>
          </p:cNvSpPr>
          <p:nvPr/>
        </p:nvSpPr>
        <p:spPr bwMode="ltGray">
          <a:xfrm>
            <a:off x="835025" y="609600"/>
            <a:ext cx="368300" cy="474663"/>
          </a:xfrm>
          <a:prstGeom prst="rect">
            <a:avLst/>
          </a:prstGeom>
          <a:gradFill rotWithShape="0">
            <a:gsLst>
              <a:gs pos="0">
                <a:srgbClr val="00FF00"/>
              </a:gs>
              <a:gs pos="100000">
                <a:srgbClr val="007600"/>
              </a:gs>
            </a:gsLst>
            <a:lin ang="0" scaled="1"/>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2400">
                <a:solidFill>
                  <a:schemeClr val="tx1"/>
                </a:solidFill>
                <a:latin typeface="Times" pitchFamily="1" charset="0"/>
                <a:ea typeface="MS PGothic" pitchFamily="34" charset="-128"/>
              </a:defRPr>
            </a:lvl1pPr>
            <a:lvl2pPr marL="742950" indent="-285750">
              <a:defRPr sz="2400">
                <a:solidFill>
                  <a:schemeClr val="tx1"/>
                </a:solidFill>
                <a:latin typeface="Times" pitchFamily="1" charset="0"/>
                <a:ea typeface="MS PGothic" pitchFamily="34" charset="-128"/>
              </a:defRPr>
            </a:lvl2pPr>
            <a:lvl3pPr marL="1143000" indent="-228600">
              <a:defRPr sz="2400">
                <a:solidFill>
                  <a:schemeClr val="tx1"/>
                </a:solidFill>
                <a:latin typeface="Times" pitchFamily="1" charset="0"/>
                <a:ea typeface="MS PGothic" pitchFamily="34" charset="-128"/>
              </a:defRPr>
            </a:lvl3pPr>
            <a:lvl4pPr marL="1600200" indent="-228600">
              <a:defRPr sz="2400">
                <a:solidFill>
                  <a:schemeClr val="tx1"/>
                </a:solidFill>
                <a:latin typeface="Times" pitchFamily="1" charset="0"/>
                <a:ea typeface="MS PGothic" pitchFamily="34" charset="-128"/>
              </a:defRPr>
            </a:lvl4pPr>
            <a:lvl5pPr marL="2057400" indent="-228600">
              <a:defRPr sz="2400">
                <a:solidFill>
                  <a:schemeClr val="tx1"/>
                </a:solidFill>
                <a:latin typeface="Times" pitchFamily="1" charset="0"/>
                <a:ea typeface="MS PGothic" pitchFamily="34" charset="-128"/>
              </a:defRPr>
            </a:lvl5pPr>
            <a:lvl6pPr marL="2514600" indent="-228600" eaLnBrk="0" fontAlgn="base" hangingPunct="0">
              <a:spcBef>
                <a:spcPct val="0"/>
              </a:spcBef>
              <a:spcAft>
                <a:spcPct val="0"/>
              </a:spcAft>
              <a:defRPr sz="2400">
                <a:solidFill>
                  <a:schemeClr val="tx1"/>
                </a:solidFill>
                <a:latin typeface="Times" pitchFamily="1" charset="0"/>
                <a:ea typeface="MS PGothic" pitchFamily="34" charset="-128"/>
              </a:defRPr>
            </a:lvl6pPr>
            <a:lvl7pPr marL="2971800" indent="-228600" eaLnBrk="0" fontAlgn="base" hangingPunct="0">
              <a:spcBef>
                <a:spcPct val="0"/>
              </a:spcBef>
              <a:spcAft>
                <a:spcPct val="0"/>
              </a:spcAft>
              <a:defRPr sz="2400">
                <a:solidFill>
                  <a:schemeClr val="tx1"/>
                </a:solidFill>
                <a:latin typeface="Times" pitchFamily="1" charset="0"/>
                <a:ea typeface="MS PGothic" pitchFamily="34" charset="-128"/>
              </a:defRPr>
            </a:lvl7pPr>
            <a:lvl8pPr marL="3429000" indent="-228600" eaLnBrk="0" fontAlgn="base" hangingPunct="0">
              <a:spcBef>
                <a:spcPct val="0"/>
              </a:spcBef>
              <a:spcAft>
                <a:spcPct val="0"/>
              </a:spcAft>
              <a:defRPr sz="2400">
                <a:solidFill>
                  <a:schemeClr val="tx1"/>
                </a:solidFill>
                <a:latin typeface="Times" pitchFamily="1" charset="0"/>
                <a:ea typeface="MS PGothic" pitchFamily="34" charset="-128"/>
              </a:defRPr>
            </a:lvl8pPr>
            <a:lvl9pPr marL="3886200" indent="-228600" eaLnBrk="0" fontAlgn="base" hangingPunct="0">
              <a:spcBef>
                <a:spcPct val="0"/>
              </a:spcBef>
              <a:spcAft>
                <a:spcPct val="0"/>
              </a:spcAft>
              <a:defRPr sz="2400">
                <a:solidFill>
                  <a:schemeClr val="tx1"/>
                </a:solidFill>
                <a:latin typeface="Times" pitchFamily="1" charset="0"/>
                <a:ea typeface="MS PGothic" pitchFamily="34" charset="-128"/>
              </a:defRPr>
            </a:lvl9pPr>
          </a:lstStyle>
          <a:p>
            <a:pPr algn="ctr" eaLnBrk="1" hangingPunct="1">
              <a:defRPr/>
            </a:pPr>
            <a:endParaRPr kumimoji="1" lang="en-US" altLang="en-US" smtClean="0">
              <a:latin typeface="Arial" pitchFamily="34" charset="0"/>
            </a:endParaRPr>
          </a:p>
        </p:txBody>
      </p:sp>
      <p:sp>
        <p:nvSpPr>
          <p:cNvPr id="3078" name="Rectangle 6"/>
          <p:cNvSpPr>
            <a:spLocks noChangeArrowheads="1"/>
          </p:cNvSpPr>
          <p:nvPr/>
        </p:nvSpPr>
        <p:spPr bwMode="ltGray">
          <a:xfrm>
            <a:off x="225425" y="533400"/>
            <a:ext cx="457200" cy="422275"/>
          </a:xfrm>
          <a:prstGeom prst="rect">
            <a:avLst/>
          </a:prstGeom>
          <a:gradFill rotWithShape="0">
            <a:gsLst>
              <a:gs pos="0">
                <a:schemeClr val="folHlink">
                  <a:gamma/>
                  <a:tint val="45490"/>
                  <a:invGamma/>
                </a:schemeClr>
              </a:gs>
              <a:gs pos="100000">
                <a:schemeClr val="folHlink"/>
              </a:gs>
            </a:gsLst>
            <a:lin ang="18900000" scaled="1"/>
          </a:gradFill>
          <a:ln w="9525">
            <a:noFill/>
            <a:miter lim="800000"/>
            <a:headEnd/>
            <a:tailEnd/>
          </a:ln>
          <a:effectLst/>
        </p:spPr>
        <p:txBody>
          <a:bodyPr wrap="none" anchor="ctr"/>
          <a:lstStyle/>
          <a:p>
            <a:pPr algn="ctr" eaLnBrk="1" hangingPunct="1">
              <a:defRPr/>
            </a:pPr>
            <a:endParaRPr kumimoji="1" lang="en-US">
              <a:latin typeface="Arial" charset="0"/>
              <a:ea typeface="+mn-ea"/>
            </a:endParaRPr>
          </a:p>
        </p:txBody>
      </p:sp>
      <p:sp>
        <p:nvSpPr>
          <p:cNvPr id="1033" name="Rectangle 7"/>
          <p:cNvSpPr>
            <a:spLocks noChangeArrowheads="1"/>
          </p:cNvSpPr>
          <p:nvPr/>
        </p:nvSpPr>
        <p:spPr bwMode="gray">
          <a:xfrm>
            <a:off x="758825" y="152400"/>
            <a:ext cx="31750" cy="1052513"/>
          </a:xfrm>
          <a:prstGeom prst="rect">
            <a:avLst/>
          </a:prstGeom>
          <a:solidFill>
            <a:srgbClr val="993300"/>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2400">
                <a:solidFill>
                  <a:schemeClr val="tx1"/>
                </a:solidFill>
                <a:latin typeface="Times" pitchFamily="1" charset="0"/>
                <a:ea typeface="MS PGothic" pitchFamily="34" charset="-128"/>
              </a:defRPr>
            </a:lvl1pPr>
            <a:lvl2pPr marL="742950" indent="-285750">
              <a:defRPr sz="2400">
                <a:solidFill>
                  <a:schemeClr val="tx1"/>
                </a:solidFill>
                <a:latin typeface="Times" pitchFamily="1" charset="0"/>
                <a:ea typeface="MS PGothic" pitchFamily="34" charset="-128"/>
              </a:defRPr>
            </a:lvl2pPr>
            <a:lvl3pPr marL="1143000" indent="-228600">
              <a:defRPr sz="2400">
                <a:solidFill>
                  <a:schemeClr val="tx1"/>
                </a:solidFill>
                <a:latin typeface="Times" pitchFamily="1" charset="0"/>
                <a:ea typeface="MS PGothic" pitchFamily="34" charset="-128"/>
              </a:defRPr>
            </a:lvl3pPr>
            <a:lvl4pPr marL="1600200" indent="-228600">
              <a:defRPr sz="2400">
                <a:solidFill>
                  <a:schemeClr val="tx1"/>
                </a:solidFill>
                <a:latin typeface="Times" pitchFamily="1" charset="0"/>
                <a:ea typeface="MS PGothic" pitchFamily="34" charset="-128"/>
              </a:defRPr>
            </a:lvl4pPr>
            <a:lvl5pPr marL="2057400" indent="-228600">
              <a:defRPr sz="2400">
                <a:solidFill>
                  <a:schemeClr val="tx1"/>
                </a:solidFill>
                <a:latin typeface="Times" pitchFamily="1" charset="0"/>
                <a:ea typeface="MS PGothic" pitchFamily="34" charset="-128"/>
              </a:defRPr>
            </a:lvl5pPr>
            <a:lvl6pPr marL="2514600" indent="-228600" eaLnBrk="0" fontAlgn="base" hangingPunct="0">
              <a:spcBef>
                <a:spcPct val="0"/>
              </a:spcBef>
              <a:spcAft>
                <a:spcPct val="0"/>
              </a:spcAft>
              <a:defRPr sz="2400">
                <a:solidFill>
                  <a:schemeClr val="tx1"/>
                </a:solidFill>
                <a:latin typeface="Times" pitchFamily="1" charset="0"/>
                <a:ea typeface="MS PGothic" pitchFamily="34" charset="-128"/>
              </a:defRPr>
            </a:lvl6pPr>
            <a:lvl7pPr marL="2971800" indent="-228600" eaLnBrk="0" fontAlgn="base" hangingPunct="0">
              <a:spcBef>
                <a:spcPct val="0"/>
              </a:spcBef>
              <a:spcAft>
                <a:spcPct val="0"/>
              </a:spcAft>
              <a:defRPr sz="2400">
                <a:solidFill>
                  <a:schemeClr val="tx1"/>
                </a:solidFill>
                <a:latin typeface="Times" pitchFamily="1" charset="0"/>
                <a:ea typeface="MS PGothic" pitchFamily="34" charset="-128"/>
              </a:defRPr>
            </a:lvl7pPr>
            <a:lvl8pPr marL="3429000" indent="-228600" eaLnBrk="0" fontAlgn="base" hangingPunct="0">
              <a:spcBef>
                <a:spcPct val="0"/>
              </a:spcBef>
              <a:spcAft>
                <a:spcPct val="0"/>
              </a:spcAft>
              <a:defRPr sz="2400">
                <a:solidFill>
                  <a:schemeClr val="tx1"/>
                </a:solidFill>
                <a:latin typeface="Times" pitchFamily="1" charset="0"/>
                <a:ea typeface="MS PGothic" pitchFamily="34" charset="-128"/>
              </a:defRPr>
            </a:lvl8pPr>
            <a:lvl9pPr marL="3886200" indent="-228600" eaLnBrk="0" fontAlgn="base" hangingPunct="0">
              <a:spcBef>
                <a:spcPct val="0"/>
              </a:spcBef>
              <a:spcAft>
                <a:spcPct val="0"/>
              </a:spcAft>
              <a:defRPr sz="2400">
                <a:solidFill>
                  <a:schemeClr val="tx1"/>
                </a:solidFill>
                <a:latin typeface="Times" pitchFamily="1" charset="0"/>
                <a:ea typeface="MS PGothic" pitchFamily="34" charset="-128"/>
              </a:defRPr>
            </a:lvl9pPr>
          </a:lstStyle>
          <a:p>
            <a:pPr algn="ctr" eaLnBrk="1" hangingPunct="1">
              <a:defRPr/>
            </a:pPr>
            <a:endParaRPr kumimoji="1" lang="en-US" altLang="en-US" smtClean="0">
              <a:latin typeface="Arial" pitchFamily="34" charset="0"/>
            </a:endParaRPr>
          </a:p>
        </p:txBody>
      </p:sp>
      <p:sp>
        <p:nvSpPr>
          <p:cNvPr id="1034" name="Rectangle 8"/>
          <p:cNvSpPr>
            <a:spLocks noChangeArrowheads="1"/>
          </p:cNvSpPr>
          <p:nvPr/>
        </p:nvSpPr>
        <p:spPr bwMode="gray">
          <a:xfrm>
            <a:off x="457200" y="990600"/>
            <a:ext cx="8683625" cy="46038"/>
          </a:xfrm>
          <a:prstGeom prst="rect">
            <a:avLst/>
          </a:prstGeom>
          <a:gradFill rotWithShape="0">
            <a:gsLst>
              <a:gs pos="0">
                <a:srgbClr val="471800"/>
              </a:gs>
              <a:gs pos="100000">
                <a:srgbClr val="993300"/>
              </a:gs>
            </a:gsLst>
            <a:lin ang="0" scaled="1"/>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2400">
                <a:solidFill>
                  <a:schemeClr val="tx1"/>
                </a:solidFill>
                <a:latin typeface="Times" pitchFamily="1" charset="0"/>
                <a:ea typeface="MS PGothic" pitchFamily="34" charset="-128"/>
              </a:defRPr>
            </a:lvl1pPr>
            <a:lvl2pPr marL="742950" indent="-285750">
              <a:defRPr sz="2400">
                <a:solidFill>
                  <a:schemeClr val="tx1"/>
                </a:solidFill>
                <a:latin typeface="Times" pitchFamily="1" charset="0"/>
                <a:ea typeface="MS PGothic" pitchFamily="34" charset="-128"/>
              </a:defRPr>
            </a:lvl2pPr>
            <a:lvl3pPr marL="1143000" indent="-228600">
              <a:defRPr sz="2400">
                <a:solidFill>
                  <a:schemeClr val="tx1"/>
                </a:solidFill>
                <a:latin typeface="Times" pitchFamily="1" charset="0"/>
                <a:ea typeface="MS PGothic" pitchFamily="34" charset="-128"/>
              </a:defRPr>
            </a:lvl3pPr>
            <a:lvl4pPr marL="1600200" indent="-228600">
              <a:defRPr sz="2400">
                <a:solidFill>
                  <a:schemeClr val="tx1"/>
                </a:solidFill>
                <a:latin typeface="Times" pitchFamily="1" charset="0"/>
                <a:ea typeface="MS PGothic" pitchFamily="34" charset="-128"/>
              </a:defRPr>
            </a:lvl4pPr>
            <a:lvl5pPr marL="2057400" indent="-228600">
              <a:defRPr sz="2400">
                <a:solidFill>
                  <a:schemeClr val="tx1"/>
                </a:solidFill>
                <a:latin typeface="Times" pitchFamily="1" charset="0"/>
                <a:ea typeface="MS PGothic" pitchFamily="34" charset="-128"/>
              </a:defRPr>
            </a:lvl5pPr>
            <a:lvl6pPr marL="2514600" indent="-228600" eaLnBrk="0" fontAlgn="base" hangingPunct="0">
              <a:spcBef>
                <a:spcPct val="0"/>
              </a:spcBef>
              <a:spcAft>
                <a:spcPct val="0"/>
              </a:spcAft>
              <a:defRPr sz="2400">
                <a:solidFill>
                  <a:schemeClr val="tx1"/>
                </a:solidFill>
                <a:latin typeface="Times" pitchFamily="1" charset="0"/>
                <a:ea typeface="MS PGothic" pitchFamily="34" charset="-128"/>
              </a:defRPr>
            </a:lvl6pPr>
            <a:lvl7pPr marL="2971800" indent="-228600" eaLnBrk="0" fontAlgn="base" hangingPunct="0">
              <a:spcBef>
                <a:spcPct val="0"/>
              </a:spcBef>
              <a:spcAft>
                <a:spcPct val="0"/>
              </a:spcAft>
              <a:defRPr sz="2400">
                <a:solidFill>
                  <a:schemeClr val="tx1"/>
                </a:solidFill>
                <a:latin typeface="Times" pitchFamily="1" charset="0"/>
                <a:ea typeface="MS PGothic" pitchFamily="34" charset="-128"/>
              </a:defRPr>
            </a:lvl7pPr>
            <a:lvl8pPr marL="3429000" indent="-228600" eaLnBrk="0" fontAlgn="base" hangingPunct="0">
              <a:spcBef>
                <a:spcPct val="0"/>
              </a:spcBef>
              <a:spcAft>
                <a:spcPct val="0"/>
              </a:spcAft>
              <a:defRPr sz="2400">
                <a:solidFill>
                  <a:schemeClr val="tx1"/>
                </a:solidFill>
                <a:latin typeface="Times" pitchFamily="1" charset="0"/>
                <a:ea typeface="MS PGothic" pitchFamily="34" charset="-128"/>
              </a:defRPr>
            </a:lvl8pPr>
            <a:lvl9pPr marL="3886200" indent="-228600" eaLnBrk="0" fontAlgn="base" hangingPunct="0">
              <a:spcBef>
                <a:spcPct val="0"/>
              </a:spcBef>
              <a:spcAft>
                <a:spcPct val="0"/>
              </a:spcAft>
              <a:defRPr sz="2400">
                <a:solidFill>
                  <a:schemeClr val="tx1"/>
                </a:solidFill>
                <a:latin typeface="Times" pitchFamily="1" charset="0"/>
                <a:ea typeface="MS PGothic" pitchFamily="34" charset="-128"/>
              </a:defRPr>
            </a:lvl9pPr>
          </a:lstStyle>
          <a:p>
            <a:pPr algn="ctr" eaLnBrk="1" hangingPunct="1">
              <a:defRPr/>
            </a:pPr>
            <a:endParaRPr kumimoji="1" lang="en-US" altLang="en-US" smtClean="0">
              <a:solidFill>
                <a:srgbClr val="993300"/>
              </a:solidFill>
              <a:latin typeface="Arial" pitchFamily="34" charset="0"/>
            </a:endParaRPr>
          </a:p>
        </p:txBody>
      </p:sp>
    </p:spTree>
  </p:cSld>
  <p:clrMap bg1="lt1" tx1="dk1" bg2="lt2" tx2="dk2" accent1="accent1" accent2="accent2" accent3="accent3" accent4="accent4" accent5="accent5" accent6="accent6" hlink="hlink" folHlink="folHlink"/>
  <p:sldLayoutIdLst>
    <p:sldLayoutId id="2147483818" r:id="rId1"/>
    <p:sldLayoutId id="2147483808" r:id="rId2"/>
    <p:sldLayoutId id="2147483809" r:id="rId3"/>
    <p:sldLayoutId id="2147483810" r:id="rId4"/>
    <p:sldLayoutId id="2147483811" r:id="rId5"/>
    <p:sldLayoutId id="2147483812" r:id="rId6"/>
    <p:sldLayoutId id="2147483813" r:id="rId7"/>
    <p:sldLayoutId id="2147483814" r:id="rId8"/>
    <p:sldLayoutId id="2147483815" r:id="rId9"/>
    <p:sldLayoutId id="2147483816" r:id="rId10"/>
    <p:sldLayoutId id="2147483817" r:id="rId11"/>
    <p:sldLayoutId id="2147483819" r:id="rId12"/>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1555">
                                            <p:txEl>
                                              <p:pRg st="0" end="0"/>
                                            </p:txEl>
                                          </p:spTgt>
                                        </p:tgtEl>
                                        <p:attrNameLst>
                                          <p:attrName>style.visibility</p:attrName>
                                        </p:attrNameLst>
                                      </p:cBhvr>
                                      <p:to>
                                        <p:strVal val="visible"/>
                                      </p:to>
                                    </p:set>
                                    <p:animEffect transition="in" filter="wipe(left)">
                                      <p:cBhvr>
                                        <p:cTn id="7" dur="500"/>
                                        <p:tgtEl>
                                          <p:spTgt spid="15155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1555">
                                            <p:txEl>
                                              <p:pRg st="1" end="1"/>
                                            </p:txEl>
                                          </p:spTgt>
                                        </p:tgtEl>
                                        <p:attrNameLst>
                                          <p:attrName>style.visibility</p:attrName>
                                        </p:attrNameLst>
                                      </p:cBhvr>
                                      <p:to>
                                        <p:strVal val="visible"/>
                                      </p:to>
                                    </p:set>
                                    <p:animEffect transition="in" filter="wipe(left)">
                                      <p:cBhvr>
                                        <p:cTn id="12" dur="500"/>
                                        <p:tgtEl>
                                          <p:spTgt spid="15155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1555">
                                            <p:txEl>
                                              <p:pRg st="2" end="2"/>
                                            </p:txEl>
                                          </p:spTgt>
                                        </p:tgtEl>
                                        <p:attrNameLst>
                                          <p:attrName>style.visibility</p:attrName>
                                        </p:attrNameLst>
                                      </p:cBhvr>
                                      <p:to>
                                        <p:strVal val="visible"/>
                                      </p:to>
                                    </p:set>
                                    <p:animEffect transition="in" filter="wipe(left)">
                                      <p:cBhvr>
                                        <p:cTn id="17" dur="500"/>
                                        <p:tgtEl>
                                          <p:spTgt spid="15155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51555">
                                            <p:txEl>
                                              <p:pRg st="3" end="3"/>
                                            </p:txEl>
                                          </p:spTgt>
                                        </p:tgtEl>
                                        <p:attrNameLst>
                                          <p:attrName>style.visibility</p:attrName>
                                        </p:attrNameLst>
                                      </p:cBhvr>
                                      <p:to>
                                        <p:strVal val="visible"/>
                                      </p:to>
                                    </p:set>
                                    <p:animEffect transition="in" filter="wipe(left)">
                                      <p:cBhvr>
                                        <p:cTn id="22" dur="500"/>
                                        <p:tgtEl>
                                          <p:spTgt spid="15155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51555">
                                            <p:txEl>
                                              <p:pRg st="4" end="4"/>
                                            </p:txEl>
                                          </p:spTgt>
                                        </p:tgtEl>
                                        <p:attrNameLst>
                                          <p:attrName>style.visibility</p:attrName>
                                        </p:attrNameLst>
                                      </p:cBhvr>
                                      <p:to>
                                        <p:strVal val="visible"/>
                                      </p:to>
                                    </p:set>
                                    <p:animEffect transition="in" filter="wipe(left)">
                                      <p:cBhvr>
                                        <p:cTn id="27" dur="500"/>
                                        <p:tgtEl>
                                          <p:spTgt spid="15155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5" grpId="0" build="p" bldLvl="5" autoUpdateAnimBg="0">
        <p:tmplLst>
          <p:tmpl lvl="1">
            <p:tnLst>
              <p:par>
                <p:cTn presetID="22" presetClass="entr" presetSubtype="8" fill="hold" nodeType="clickEffect">
                  <p:stCondLst>
                    <p:cond delay="0"/>
                  </p:stCondLst>
                  <p:childTnLst>
                    <p:set>
                      <p:cBhvr>
                        <p:cTn dur="1" fill="hold">
                          <p:stCondLst>
                            <p:cond delay="0"/>
                          </p:stCondLst>
                        </p:cTn>
                        <p:tgtEl>
                          <p:spTgt spid="151555"/>
                        </p:tgtEl>
                        <p:attrNameLst>
                          <p:attrName>style.visibility</p:attrName>
                        </p:attrNameLst>
                      </p:cBhvr>
                      <p:to>
                        <p:strVal val="visible"/>
                      </p:to>
                    </p:set>
                    <p:animEffect transition="in" filter="wipe(left)">
                      <p:cBhvr>
                        <p:cTn dur="500"/>
                        <p:tgtEl>
                          <p:spTgt spid="151555"/>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51555"/>
                        </p:tgtEl>
                        <p:attrNameLst>
                          <p:attrName>style.visibility</p:attrName>
                        </p:attrNameLst>
                      </p:cBhvr>
                      <p:to>
                        <p:strVal val="visible"/>
                      </p:to>
                    </p:set>
                    <p:animEffect transition="in" filter="wipe(left)">
                      <p:cBhvr>
                        <p:cTn dur="500"/>
                        <p:tgtEl>
                          <p:spTgt spid="151555"/>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51555"/>
                        </p:tgtEl>
                        <p:attrNameLst>
                          <p:attrName>style.visibility</p:attrName>
                        </p:attrNameLst>
                      </p:cBhvr>
                      <p:to>
                        <p:strVal val="visible"/>
                      </p:to>
                    </p:set>
                    <p:animEffect transition="in" filter="wipe(left)">
                      <p:cBhvr>
                        <p:cTn dur="500"/>
                        <p:tgtEl>
                          <p:spTgt spid="151555"/>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51555"/>
                        </p:tgtEl>
                        <p:attrNameLst>
                          <p:attrName>style.visibility</p:attrName>
                        </p:attrNameLst>
                      </p:cBhvr>
                      <p:to>
                        <p:strVal val="visible"/>
                      </p:to>
                    </p:set>
                    <p:animEffect transition="in" filter="wipe(left)">
                      <p:cBhvr>
                        <p:cTn dur="500"/>
                        <p:tgtEl>
                          <p:spTgt spid="151555"/>
                        </p:tgtEl>
                      </p:cBhvr>
                    </p:animEffect>
                  </p:childTnLst>
                </p:cTn>
              </p:par>
            </p:tnLst>
          </p:tmpl>
          <p:tmpl lvl="5">
            <p:tnLst>
              <p:par>
                <p:cTn presetID="22" presetClass="entr" presetSubtype="8" fill="hold" nodeType="clickEffect">
                  <p:stCondLst>
                    <p:cond delay="0"/>
                  </p:stCondLst>
                  <p:childTnLst>
                    <p:set>
                      <p:cBhvr>
                        <p:cTn dur="1" fill="hold">
                          <p:stCondLst>
                            <p:cond delay="0"/>
                          </p:stCondLst>
                        </p:cTn>
                        <p:tgtEl>
                          <p:spTgt spid="151555"/>
                        </p:tgtEl>
                        <p:attrNameLst>
                          <p:attrName>style.visibility</p:attrName>
                        </p:attrNameLst>
                      </p:cBhvr>
                      <p:to>
                        <p:strVal val="visible"/>
                      </p:to>
                    </p:set>
                    <p:animEffect transition="in" filter="wipe(left)">
                      <p:cBhvr>
                        <p:cTn dur="500"/>
                        <p:tgtEl>
                          <p:spTgt spid="151555"/>
                        </p:tgtEl>
                      </p:cBhvr>
                    </p:animEffect>
                  </p:childTnLst>
                </p:cTn>
              </p:par>
            </p:tnLst>
          </p:tmpl>
        </p:tmplLst>
      </p:bldP>
    </p:bldLst>
  </p:timing>
  <p:hf hdr="0" ftr="0" dt="0"/>
  <p:txStyles>
    <p:titleStyle>
      <a:lvl1pPr algn="l" rtl="0" eaLnBrk="0" fontAlgn="base" hangingPunct="0">
        <a:spcBef>
          <a:spcPct val="0"/>
        </a:spcBef>
        <a:spcAft>
          <a:spcPct val="0"/>
        </a:spcAft>
        <a:defRPr sz="4000">
          <a:solidFill>
            <a:srgbClr val="993300"/>
          </a:solidFill>
          <a:latin typeface="+mj-lt"/>
          <a:ea typeface="MS PGothic" pitchFamily="34" charset="-128"/>
          <a:cs typeface="MS PGothic" charset="0"/>
        </a:defRPr>
      </a:lvl1pPr>
      <a:lvl2pPr algn="l" rtl="0" eaLnBrk="0" fontAlgn="base" hangingPunct="0">
        <a:spcBef>
          <a:spcPct val="0"/>
        </a:spcBef>
        <a:spcAft>
          <a:spcPct val="0"/>
        </a:spcAft>
        <a:defRPr sz="4000">
          <a:solidFill>
            <a:srgbClr val="993300"/>
          </a:solidFill>
          <a:latin typeface="Times New Roman" charset="0"/>
          <a:ea typeface="MS PGothic" pitchFamily="34" charset="-128"/>
          <a:cs typeface="MS PGothic" charset="0"/>
        </a:defRPr>
      </a:lvl2pPr>
      <a:lvl3pPr algn="l" rtl="0" eaLnBrk="0" fontAlgn="base" hangingPunct="0">
        <a:spcBef>
          <a:spcPct val="0"/>
        </a:spcBef>
        <a:spcAft>
          <a:spcPct val="0"/>
        </a:spcAft>
        <a:defRPr sz="4000">
          <a:solidFill>
            <a:srgbClr val="993300"/>
          </a:solidFill>
          <a:latin typeface="Times New Roman" charset="0"/>
          <a:ea typeface="MS PGothic" pitchFamily="34" charset="-128"/>
          <a:cs typeface="MS PGothic" charset="0"/>
        </a:defRPr>
      </a:lvl3pPr>
      <a:lvl4pPr algn="l" rtl="0" eaLnBrk="0" fontAlgn="base" hangingPunct="0">
        <a:spcBef>
          <a:spcPct val="0"/>
        </a:spcBef>
        <a:spcAft>
          <a:spcPct val="0"/>
        </a:spcAft>
        <a:defRPr sz="4000">
          <a:solidFill>
            <a:srgbClr val="993300"/>
          </a:solidFill>
          <a:latin typeface="Times New Roman" charset="0"/>
          <a:ea typeface="MS PGothic" pitchFamily="34" charset="-128"/>
          <a:cs typeface="MS PGothic" charset="0"/>
        </a:defRPr>
      </a:lvl4pPr>
      <a:lvl5pPr algn="l" rtl="0" eaLnBrk="0" fontAlgn="base" hangingPunct="0">
        <a:spcBef>
          <a:spcPct val="0"/>
        </a:spcBef>
        <a:spcAft>
          <a:spcPct val="0"/>
        </a:spcAft>
        <a:defRPr sz="4000">
          <a:solidFill>
            <a:srgbClr val="993300"/>
          </a:solidFill>
          <a:latin typeface="Times New Roman" charset="0"/>
          <a:ea typeface="MS PGothic" pitchFamily="34" charset="-128"/>
          <a:cs typeface="MS PGothic" charset="0"/>
        </a:defRPr>
      </a:lvl5pPr>
      <a:lvl6pPr marL="457200" algn="l" rtl="0" fontAlgn="base">
        <a:spcBef>
          <a:spcPct val="0"/>
        </a:spcBef>
        <a:spcAft>
          <a:spcPct val="0"/>
        </a:spcAft>
        <a:defRPr sz="4000">
          <a:solidFill>
            <a:srgbClr val="993300"/>
          </a:solidFill>
          <a:latin typeface="Times New Roman" charset="0"/>
        </a:defRPr>
      </a:lvl6pPr>
      <a:lvl7pPr marL="914400" algn="l" rtl="0" fontAlgn="base">
        <a:spcBef>
          <a:spcPct val="0"/>
        </a:spcBef>
        <a:spcAft>
          <a:spcPct val="0"/>
        </a:spcAft>
        <a:defRPr sz="4000">
          <a:solidFill>
            <a:srgbClr val="993300"/>
          </a:solidFill>
          <a:latin typeface="Times New Roman" charset="0"/>
        </a:defRPr>
      </a:lvl7pPr>
      <a:lvl8pPr marL="1371600" algn="l" rtl="0" fontAlgn="base">
        <a:spcBef>
          <a:spcPct val="0"/>
        </a:spcBef>
        <a:spcAft>
          <a:spcPct val="0"/>
        </a:spcAft>
        <a:defRPr sz="4000">
          <a:solidFill>
            <a:srgbClr val="993300"/>
          </a:solidFill>
          <a:latin typeface="Times New Roman" charset="0"/>
        </a:defRPr>
      </a:lvl8pPr>
      <a:lvl9pPr marL="1828800" algn="l" rtl="0" fontAlgn="base">
        <a:spcBef>
          <a:spcPct val="0"/>
        </a:spcBef>
        <a:spcAft>
          <a:spcPct val="0"/>
        </a:spcAft>
        <a:defRPr sz="4000">
          <a:solidFill>
            <a:srgbClr val="993300"/>
          </a:solidFill>
          <a:latin typeface="Times New Roman" charset="0"/>
        </a:defRPr>
      </a:lvl9pPr>
    </p:titleStyle>
    <p:bodyStyle>
      <a:lvl1pPr marL="342900" indent="-342900" algn="l" rtl="0" eaLnBrk="0" fontAlgn="base" hangingPunct="0">
        <a:spcBef>
          <a:spcPct val="20000"/>
        </a:spcBef>
        <a:spcAft>
          <a:spcPct val="0"/>
        </a:spcAft>
        <a:buClr>
          <a:schemeClr val="folHlink"/>
        </a:buClr>
        <a:buSzPct val="60000"/>
        <a:buFont typeface="Wingdings" pitchFamily="2" charset="2"/>
        <a:buChar char="n"/>
        <a:defRPr sz="2800">
          <a:solidFill>
            <a:schemeClr val="tx1"/>
          </a:solidFill>
          <a:latin typeface="+mn-lt"/>
          <a:ea typeface="MS PGothic" pitchFamily="34" charset="-128"/>
          <a:cs typeface="MS PGothic" charset="0"/>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400">
          <a:solidFill>
            <a:schemeClr val="tx1"/>
          </a:solidFill>
          <a:latin typeface="+mn-lt"/>
          <a:ea typeface="MS PGothic" pitchFamily="34" charset="-128"/>
          <a:cs typeface="MS PGothic" charset="0"/>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000">
          <a:solidFill>
            <a:schemeClr val="tx1"/>
          </a:solidFill>
          <a:latin typeface="+mn-lt"/>
          <a:ea typeface="MS PGothic" pitchFamily="34" charset="-128"/>
          <a:cs typeface="MS PGothic" charset="0"/>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ea typeface="MS PGothic" pitchFamily="34" charset="-128"/>
          <a:cs typeface="MS PGothic" charset="0"/>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ea typeface="MS PGothic" pitchFamily="34" charset="-128"/>
          <a:cs typeface="MS PGothic" charset="0"/>
        </a:defRPr>
      </a:lvl5pPr>
      <a:lvl6pPr marL="2514600" indent="-228600" algn="l" rtl="0" fontAlgn="base">
        <a:spcBef>
          <a:spcPct val="20000"/>
        </a:spcBef>
        <a:spcAft>
          <a:spcPct val="0"/>
        </a:spcAft>
        <a:buClr>
          <a:schemeClr val="accent1"/>
        </a:buClr>
        <a:buSzPct val="50000"/>
        <a:buFont typeface="Wingdings" charset="2"/>
        <a:buChar char="n"/>
        <a:defRPr>
          <a:solidFill>
            <a:schemeClr val="tx1"/>
          </a:solidFill>
          <a:latin typeface="+mn-lt"/>
        </a:defRPr>
      </a:lvl6pPr>
      <a:lvl7pPr marL="2971800" indent="-228600" algn="l" rtl="0" fontAlgn="base">
        <a:spcBef>
          <a:spcPct val="20000"/>
        </a:spcBef>
        <a:spcAft>
          <a:spcPct val="0"/>
        </a:spcAft>
        <a:buClr>
          <a:schemeClr val="accent1"/>
        </a:buClr>
        <a:buSzPct val="50000"/>
        <a:buFont typeface="Wingdings" charset="2"/>
        <a:buChar char="n"/>
        <a:defRPr>
          <a:solidFill>
            <a:schemeClr val="tx1"/>
          </a:solidFill>
          <a:latin typeface="+mn-lt"/>
        </a:defRPr>
      </a:lvl7pPr>
      <a:lvl8pPr marL="3429000" indent="-228600" algn="l" rtl="0" fontAlgn="base">
        <a:spcBef>
          <a:spcPct val="20000"/>
        </a:spcBef>
        <a:spcAft>
          <a:spcPct val="0"/>
        </a:spcAft>
        <a:buClr>
          <a:schemeClr val="accent1"/>
        </a:buClr>
        <a:buSzPct val="50000"/>
        <a:buFont typeface="Wingdings" charset="2"/>
        <a:buChar char="n"/>
        <a:defRPr>
          <a:solidFill>
            <a:schemeClr val="tx1"/>
          </a:solidFill>
          <a:latin typeface="+mn-lt"/>
        </a:defRPr>
      </a:lvl8pPr>
      <a:lvl9pPr marL="3886200" indent="-228600" algn="l" rtl="0" fontAlgn="base">
        <a:spcBef>
          <a:spcPct val="20000"/>
        </a:spcBef>
        <a:spcAft>
          <a:spcPct val="0"/>
        </a:spcAft>
        <a:buClr>
          <a:schemeClr val="accent1"/>
        </a:buClr>
        <a:buSzPct val="50000"/>
        <a:buFont typeface="Wingdings" charset="2"/>
        <a:buChar char="n"/>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www.tutorialspoint.com/python/number_abs.htm"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ww.tutorialspoint.com/python/number_ceil.htm"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www.tutorialspoint.com/python/number_ceil.htm"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www.tutorialspoint.com/python/number_max.htm"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tutorialspoint.com/python/number_pow.htm"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www.tutorialspoint.com/python/number_round.htm"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ww.tutorialspoint.com/python/number_sqrt.htm"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www.tutorialspoint.com/python/number_choice.htm"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www.tutorialspoint.com/python/number_randrange.htm"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www.tutorialspoint.com/python/number_random.htm"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www.tutorialspoint.com/python/number_seed.htm"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www.tutorialspoint.com/python/number_uniform.htm"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hyperlink" Target="https://www.tutorialspoint.com/python/number_sin.htm" TargetMode="External"/><Relationship Id="rId3" Type="http://schemas.openxmlformats.org/officeDocument/2006/relationships/hyperlink" Target="https://www.tutorialspoint.com/python/number_asin.htm" TargetMode="External"/><Relationship Id="rId7" Type="http://schemas.openxmlformats.org/officeDocument/2006/relationships/hyperlink" Target="https://www.tutorialspoint.com/python/number_hypot.htm" TargetMode="External"/><Relationship Id="rId2" Type="http://schemas.openxmlformats.org/officeDocument/2006/relationships/hyperlink" Target="https://www.tutorialspoint.com/python/number_acos.htm" TargetMode="External"/><Relationship Id="rId1" Type="http://schemas.openxmlformats.org/officeDocument/2006/relationships/slideLayout" Target="../slideLayouts/slideLayout2.xml"/><Relationship Id="rId6" Type="http://schemas.openxmlformats.org/officeDocument/2006/relationships/hyperlink" Target="https://www.tutorialspoint.com/python/number_cos.htm" TargetMode="External"/><Relationship Id="rId11" Type="http://schemas.openxmlformats.org/officeDocument/2006/relationships/hyperlink" Target="https://www.tutorialspoint.com/python/number_radians.htm" TargetMode="External"/><Relationship Id="rId5" Type="http://schemas.openxmlformats.org/officeDocument/2006/relationships/hyperlink" Target="https://www.tutorialspoint.com/python/number_atan2.htm" TargetMode="External"/><Relationship Id="rId10" Type="http://schemas.openxmlformats.org/officeDocument/2006/relationships/hyperlink" Target="https://www.tutorialspoint.com/python/number_degrees.htm" TargetMode="External"/><Relationship Id="rId4" Type="http://schemas.openxmlformats.org/officeDocument/2006/relationships/hyperlink" Target="https://www.tutorialspoint.com/python/number_atan.htm" TargetMode="External"/><Relationship Id="rId9" Type="http://schemas.openxmlformats.org/officeDocument/2006/relationships/hyperlink" Target="https://www.tutorialspoint.com/python/number_tan.htm"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hyperlink" Target="https://www.tutorialspoint.com/python/list_len.htm"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hyperlink" Target="https://www.tutorialspoint.com/python/list_max.htm" TargetMode="Externa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hyperlink" Target="https://www.tutorialspoint.com/python/list_min.htm"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hyperlink" Target="https://www.tutorialspoint.com/python/list_count.htm" TargetMode="Externa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hyperlink" Target="https://www.tutorialspoint.com/python/list_extend.htm" TargetMode="Externa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hyperlink" Target="https://www.tutorialspoint.com/python/list_index.ht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p:cNvSpPr>
            <a:spLocks noGrp="1" noChangeArrowheads="1"/>
          </p:cNvSpPr>
          <p:nvPr>
            <p:ph type="ctrTitle"/>
          </p:nvPr>
        </p:nvSpPr>
        <p:spPr/>
        <p:txBody>
          <a:bodyPr/>
          <a:lstStyle/>
          <a:p>
            <a:pPr eaLnBrk="1" hangingPunct="1"/>
            <a:r>
              <a:rPr lang="en-US" sz="3600" dirty="0" smtClean="0"/>
              <a:t>Internet Of Things – Python Programming</a:t>
            </a:r>
          </a:p>
        </p:txBody>
      </p:sp>
      <p:sp>
        <p:nvSpPr>
          <p:cNvPr id="16386" name="Subtitle 1"/>
          <p:cNvSpPr>
            <a:spLocks noGrp="1"/>
          </p:cNvSpPr>
          <p:nvPr>
            <p:ph type="subTitle" idx="1"/>
          </p:nvPr>
        </p:nvSpPr>
        <p:spPr>
          <a:xfrm>
            <a:off x="838200" y="3505200"/>
            <a:ext cx="7620000" cy="685800"/>
          </a:xfrm>
        </p:spPr>
        <p:txBody>
          <a:bodyPr/>
          <a:lstStyle/>
          <a:p>
            <a:pPr>
              <a:buFont typeface="Wingdings" pitchFamily="2" charset="2"/>
              <a:buNone/>
            </a:pPr>
            <a:r>
              <a:rPr lang="en-US" b="1" dirty="0" smtClean="0">
                <a:solidFill>
                  <a:schemeClr val="tx1"/>
                </a:solidFill>
              </a:rPr>
              <a:t>(</a:t>
            </a:r>
            <a:r>
              <a:rPr lang="en-US" b="1" dirty="0" smtClean="0">
                <a:solidFill>
                  <a:schemeClr val="tx1"/>
                </a:solidFill>
              </a:rPr>
              <a:t>Numbers, Random, List</a:t>
            </a:r>
            <a:r>
              <a:rPr lang="en-US" b="1" dirty="0" smtClean="0">
                <a:solidFill>
                  <a:schemeClr val="tx1"/>
                </a:solidFill>
              </a:rPr>
              <a:t>)</a:t>
            </a:r>
            <a:endParaRPr lang="en-US" b="1" dirty="0" smtClean="0">
              <a:solidFill>
                <a:schemeClr val="tx1"/>
              </a:solidFill>
            </a:endParaRPr>
          </a:p>
        </p:txBody>
      </p:sp>
      <p:sp>
        <p:nvSpPr>
          <p:cNvPr id="4" name="Rectangle 3"/>
          <p:cNvSpPr/>
          <p:nvPr/>
        </p:nvSpPr>
        <p:spPr bwMode="auto">
          <a:xfrm>
            <a:off x="3886200" y="5257800"/>
            <a:ext cx="1524000" cy="1371600"/>
          </a:xfrm>
          <a:prstGeom prst="rect">
            <a:avLst/>
          </a:prstGeom>
          <a:solidFill>
            <a:schemeClr val="bg1"/>
          </a:solidFill>
          <a:ln w="9525" cap="flat" cmpd="sng" algn="ctr">
            <a:noFill/>
            <a:prstDash val="solid"/>
            <a:round/>
            <a:headEnd type="none" w="med" len="med"/>
            <a:tailEnd type="none" w="med" len="med"/>
          </a:ln>
          <a:effectLst>
            <a:outerShdw blurRad="50800" dist="50800" dir="5400000" algn="ctr" rotWithShape="0">
              <a:schemeClr val="bg1"/>
            </a:outerShdw>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Times" charset="0"/>
            </a:endParaRPr>
          </a:p>
        </p:txBody>
      </p:sp>
      <p:sp>
        <p:nvSpPr>
          <p:cNvPr id="6" name="TextBox 5"/>
          <p:cNvSpPr txBox="1"/>
          <p:nvPr/>
        </p:nvSpPr>
        <p:spPr>
          <a:xfrm>
            <a:off x="1371600" y="609600"/>
            <a:ext cx="6019800" cy="769441"/>
          </a:xfrm>
          <a:prstGeom prst="rect">
            <a:avLst/>
          </a:prstGeom>
          <a:noFill/>
        </p:spPr>
        <p:txBody>
          <a:bodyPr wrap="square" rtlCol="0">
            <a:spAutoFit/>
          </a:bodyPr>
          <a:lstStyle/>
          <a:p>
            <a:pPr algn="ctr"/>
            <a:r>
              <a:rPr lang="en-US" sz="4400" b="1" u="sng" dirty="0" smtClean="0">
                <a:solidFill>
                  <a:schemeClr val="accent2">
                    <a:lumMod val="75000"/>
                  </a:schemeClr>
                </a:solidFill>
              </a:rPr>
              <a:t>KAMYAAB  JAWAN  PAKISTAN</a:t>
            </a:r>
            <a:endParaRPr lang="en-US" sz="4400" b="1" u="sng" dirty="0">
              <a:solidFill>
                <a:schemeClr val="accent2">
                  <a:lumMod val="75000"/>
                </a:schemeClr>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User Input</a:t>
            </a:r>
            <a:endParaRPr lang="en-US" dirty="0"/>
          </a:p>
        </p:txBody>
      </p:sp>
      <p:sp>
        <p:nvSpPr>
          <p:cNvPr id="3" name="Content Placeholder 2"/>
          <p:cNvSpPr>
            <a:spLocks noGrp="1"/>
          </p:cNvSpPr>
          <p:nvPr>
            <p:ph idx="1"/>
          </p:nvPr>
        </p:nvSpPr>
        <p:spPr/>
        <p:txBody>
          <a:bodyPr/>
          <a:lstStyle/>
          <a:p>
            <a:r>
              <a:rPr lang="en-US" sz="2400" dirty="0" smtClean="0"/>
              <a:t>The input() function pauses your program and waits for the user to enter some text.</a:t>
            </a:r>
          </a:p>
          <a:p>
            <a:r>
              <a:rPr lang="en-US" sz="2400" dirty="0" smtClean="0"/>
              <a:t>Once Python receives the user’s input, it stores it in a variable to make it convenient for you to work with.</a:t>
            </a:r>
          </a:p>
          <a:p>
            <a:r>
              <a:rPr lang="en-US" sz="2400" dirty="0" smtClean="0"/>
              <a:t>For example, the following program asks the user to enter some text, then displays that message back to the user:</a:t>
            </a:r>
          </a:p>
          <a:p>
            <a:endParaRPr lang="en-US" sz="2400" dirty="0" smtClean="0"/>
          </a:p>
          <a:p>
            <a:r>
              <a:rPr lang="en-US" sz="2000" dirty="0" smtClean="0"/>
              <a:t>message = input("Tell me something, and I will repeat it back to you: “) </a:t>
            </a:r>
            <a:r>
              <a:rPr lang="en-US" sz="2400" dirty="0" smtClean="0"/>
              <a:t>print(message)</a:t>
            </a:r>
          </a:p>
          <a:p>
            <a:pPr>
              <a:buNone/>
            </a:pPr>
            <a:endParaRPr lang="en-US" sz="2400" dirty="0" smtClean="0"/>
          </a:p>
          <a:p>
            <a:r>
              <a:rPr lang="en-US" sz="2000" dirty="0" smtClean="0"/>
              <a:t>Tell me something, and I will repeat it back to you: </a:t>
            </a:r>
            <a:r>
              <a:rPr lang="en-US" sz="2000" b="1" dirty="0" smtClean="0"/>
              <a:t>Hello everyone!		 </a:t>
            </a:r>
            <a:r>
              <a:rPr lang="en-US" sz="2000" dirty="0" smtClean="0"/>
              <a:t>Hello everyone!</a:t>
            </a:r>
          </a:p>
          <a:p>
            <a:endParaRPr lang="en-US" sz="2000" dirty="0" smtClean="0"/>
          </a:p>
          <a:p>
            <a:endParaRPr lang="en-US" sz="2000" dirty="0"/>
          </a:p>
        </p:txBody>
      </p:sp>
      <p:sp>
        <p:nvSpPr>
          <p:cNvPr id="4" name="Slide Number Placeholder 3"/>
          <p:cNvSpPr>
            <a:spLocks noGrp="1"/>
          </p:cNvSpPr>
          <p:nvPr>
            <p:ph type="sldNum" sz="quarter" idx="10"/>
          </p:nvPr>
        </p:nvSpPr>
        <p:spPr/>
        <p:txBody>
          <a:bodyPr/>
          <a:lstStyle/>
          <a:p>
            <a:fld id="{A23C1B03-0993-4B56-8AC7-1F376C495DCC}" type="slidenum">
              <a:rPr lang="en-US" smtClean="0"/>
              <a:pPr/>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Writing Clear Prompts</a:t>
            </a:r>
            <a:endParaRPr lang="en-US" dirty="0"/>
          </a:p>
        </p:txBody>
      </p:sp>
      <p:sp>
        <p:nvSpPr>
          <p:cNvPr id="3" name="Content Placeholder 2"/>
          <p:cNvSpPr>
            <a:spLocks noGrp="1"/>
          </p:cNvSpPr>
          <p:nvPr>
            <p:ph idx="1"/>
          </p:nvPr>
        </p:nvSpPr>
        <p:spPr/>
        <p:txBody>
          <a:bodyPr/>
          <a:lstStyle/>
          <a:p>
            <a:r>
              <a:rPr lang="en-US" sz="2400" dirty="0" smtClean="0"/>
              <a:t>Each time you use the input() function, you should include a clear, easy-to follow prompt that tells the user exactly what kind of information you’re looking for. Any statement that tells the user what to enter should work. For example:</a:t>
            </a:r>
          </a:p>
          <a:p>
            <a:r>
              <a:rPr lang="en-US" sz="2400" dirty="0" smtClean="0"/>
              <a:t>name = input("Please enter your name: “)		 	 print("Hello, " + name + "!")</a:t>
            </a:r>
          </a:p>
          <a:p>
            <a:r>
              <a:rPr lang="en-US" sz="2400" dirty="0" smtClean="0"/>
              <a:t>It is better to add a space at the end of your prompts (after the colon in the preceding example) to separate the prompt from the user’s response and to make it clear to your user where to enter their text. For example:</a:t>
            </a:r>
          </a:p>
          <a:p>
            <a:r>
              <a:rPr lang="en-US" sz="2400" dirty="0" smtClean="0"/>
              <a:t>Please enter your name: </a:t>
            </a:r>
            <a:r>
              <a:rPr lang="en-US" sz="2400" b="1" dirty="0" smtClean="0"/>
              <a:t>Eric					 </a:t>
            </a:r>
            <a:r>
              <a:rPr lang="en-US" sz="2400" dirty="0" smtClean="0"/>
              <a:t>Hello, Eric!</a:t>
            </a:r>
            <a:endParaRPr lang="en-US" sz="2400" dirty="0"/>
          </a:p>
        </p:txBody>
      </p:sp>
      <p:sp>
        <p:nvSpPr>
          <p:cNvPr id="4" name="Slide Number Placeholder 3"/>
          <p:cNvSpPr>
            <a:spLocks noGrp="1"/>
          </p:cNvSpPr>
          <p:nvPr>
            <p:ph type="sldNum" sz="quarter" idx="10"/>
          </p:nvPr>
        </p:nvSpPr>
        <p:spPr/>
        <p:txBody>
          <a:bodyPr/>
          <a:lstStyle/>
          <a:p>
            <a:fld id="{A23C1B03-0993-4B56-8AC7-1F376C495DCC}" type="slidenum">
              <a:rPr lang="en-US" smtClean="0"/>
              <a:pPr/>
              <a:t>3</a:t>
            </a:fld>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Writing Clear Prompts</a:t>
            </a:r>
            <a:endParaRPr lang="en-US" dirty="0"/>
          </a:p>
        </p:txBody>
      </p:sp>
      <p:sp>
        <p:nvSpPr>
          <p:cNvPr id="3" name="Content Placeholder 2"/>
          <p:cNvSpPr>
            <a:spLocks noGrp="1"/>
          </p:cNvSpPr>
          <p:nvPr>
            <p:ph idx="1"/>
          </p:nvPr>
        </p:nvSpPr>
        <p:spPr/>
        <p:txBody>
          <a:bodyPr/>
          <a:lstStyle/>
          <a:p>
            <a:r>
              <a:rPr lang="en-US" sz="2000" dirty="0" smtClean="0"/>
              <a:t>Sometimes you’ll want to write a prompt that’s longer than one line. For example, you might want to tell the user why you’re asking for certain input.</a:t>
            </a:r>
          </a:p>
          <a:p>
            <a:r>
              <a:rPr lang="en-US" sz="2000" dirty="0" smtClean="0"/>
              <a:t>You can store your prompt in a variable and pass that variable to the input() function.</a:t>
            </a:r>
          </a:p>
          <a:p>
            <a:r>
              <a:rPr lang="en-US" sz="2000" dirty="0" smtClean="0"/>
              <a:t>This allows you to build your prompt over several lines, then write a clean input() statement.</a:t>
            </a:r>
          </a:p>
          <a:p>
            <a:endParaRPr lang="en-US" sz="2000" dirty="0" smtClean="0"/>
          </a:p>
          <a:p>
            <a:r>
              <a:rPr lang="en-US" sz="1800" dirty="0" smtClean="0"/>
              <a:t>prompt = "If you tell us who you are, we can personalize the messages you see.”	 </a:t>
            </a:r>
            <a:r>
              <a:rPr lang="en-US" sz="2000" dirty="0" smtClean="0"/>
              <a:t>prompt += "\</a:t>
            </a:r>
            <a:r>
              <a:rPr lang="en-US" sz="2000" dirty="0" err="1" smtClean="0"/>
              <a:t>nWhat</a:t>
            </a:r>
            <a:r>
              <a:rPr lang="en-US" sz="2000" dirty="0" smtClean="0"/>
              <a:t> is your first name? “			 		 name = input(prompt)						 print("\</a:t>
            </a:r>
            <a:r>
              <a:rPr lang="en-US" sz="2000" dirty="0" err="1" smtClean="0"/>
              <a:t>nHello</a:t>
            </a:r>
            <a:r>
              <a:rPr lang="en-US" sz="2000" dirty="0" smtClean="0"/>
              <a:t>, " + name + "!")</a:t>
            </a:r>
          </a:p>
          <a:p>
            <a:endParaRPr lang="en-US" sz="2000" dirty="0" smtClean="0"/>
          </a:p>
          <a:p>
            <a:r>
              <a:rPr lang="en-US" sz="2000" dirty="0" smtClean="0"/>
              <a:t>If you tell us who you are, we can personalize the messages you see.		 What is your first name? </a:t>
            </a:r>
            <a:r>
              <a:rPr lang="en-US" sz="2000" b="1" dirty="0" smtClean="0"/>
              <a:t>Eric						 </a:t>
            </a:r>
            <a:r>
              <a:rPr lang="en-US" sz="2000" dirty="0" smtClean="0"/>
              <a:t>Hello, Eric!</a:t>
            </a:r>
            <a:endParaRPr lang="en-US" sz="2000" dirty="0"/>
          </a:p>
        </p:txBody>
      </p:sp>
      <p:sp>
        <p:nvSpPr>
          <p:cNvPr id="4" name="Slide Number Placeholder 3"/>
          <p:cNvSpPr>
            <a:spLocks noGrp="1"/>
          </p:cNvSpPr>
          <p:nvPr>
            <p:ph type="sldNum" sz="quarter" idx="10"/>
          </p:nvPr>
        </p:nvSpPr>
        <p:spPr/>
        <p:txBody>
          <a:bodyPr/>
          <a:lstStyle/>
          <a:p>
            <a:fld id="{A23C1B03-0993-4B56-8AC7-1F376C495DCC}" type="slidenum">
              <a:rPr lang="en-US" smtClean="0"/>
              <a:pPr/>
              <a:t>4</a:t>
            </a:fld>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i="1" dirty="0" smtClean="0"/>
              <a:t>Using </a:t>
            </a:r>
            <a:r>
              <a:rPr lang="en-US" sz="3600" b="1" i="1" dirty="0" err="1" smtClean="0"/>
              <a:t>int</a:t>
            </a:r>
            <a:r>
              <a:rPr lang="en-US" sz="3600" b="1" i="1" dirty="0" smtClean="0"/>
              <a:t>() to Accept Numerical Input</a:t>
            </a:r>
            <a:endParaRPr lang="en-US" sz="3600" dirty="0"/>
          </a:p>
        </p:txBody>
      </p:sp>
      <p:sp>
        <p:nvSpPr>
          <p:cNvPr id="3" name="Content Placeholder 2"/>
          <p:cNvSpPr>
            <a:spLocks noGrp="1"/>
          </p:cNvSpPr>
          <p:nvPr>
            <p:ph idx="1"/>
          </p:nvPr>
        </p:nvSpPr>
        <p:spPr/>
        <p:txBody>
          <a:bodyPr/>
          <a:lstStyle/>
          <a:p>
            <a:r>
              <a:rPr lang="en-US" dirty="0" smtClean="0"/>
              <a:t>When you use the input() function, Python interprets everything the user enters as a </a:t>
            </a:r>
            <a:r>
              <a:rPr lang="en-US" b="1" u="sng" dirty="0" smtClean="0"/>
              <a:t>string</a:t>
            </a:r>
            <a:r>
              <a:rPr lang="en-US" dirty="0" smtClean="0"/>
              <a:t>. </a:t>
            </a:r>
          </a:p>
          <a:p>
            <a:r>
              <a:rPr lang="en-US" dirty="0" smtClean="0"/>
              <a:t>Consider the following interpreter session, which asks for the user’s age:</a:t>
            </a:r>
          </a:p>
          <a:p>
            <a:r>
              <a:rPr lang="en-US" dirty="0" smtClean="0"/>
              <a:t>age = input("How old are you? ")				 How old are you? 21					 print(“Your Age is “ + age)</a:t>
            </a:r>
          </a:p>
          <a:p>
            <a:r>
              <a:rPr lang="en-US" dirty="0" smtClean="0"/>
              <a:t>Your Age is 21 (21 is treated as string value)</a:t>
            </a:r>
          </a:p>
          <a:p>
            <a:r>
              <a:rPr lang="en-US" dirty="0" smtClean="0"/>
              <a:t>print(“Your Age is “ + </a:t>
            </a:r>
            <a:r>
              <a:rPr lang="en-US" dirty="0" err="1" smtClean="0"/>
              <a:t>int</a:t>
            </a:r>
            <a:r>
              <a:rPr lang="en-US" dirty="0" smtClean="0"/>
              <a:t>(age))</a:t>
            </a:r>
          </a:p>
          <a:p>
            <a:r>
              <a:rPr lang="en-US" dirty="0" smtClean="0"/>
              <a:t>Your Age is 21 (21 is now treated as numerical value)	</a:t>
            </a:r>
            <a:r>
              <a:rPr lang="en-US" b="1" dirty="0" smtClean="0"/>
              <a:t>			</a:t>
            </a:r>
          </a:p>
          <a:p>
            <a:endParaRPr lang="en-US" dirty="0"/>
          </a:p>
        </p:txBody>
      </p:sp>
      <p:sp>
        <p:nvSpPr>
          <p:cNvPr id="4" name="Slide Number Placeholder 3"/>
          <p:cNvSpPr>
            <a:spLocks noGrp="1"/>
          </p:cNvSpPr>
          <p:nvPr>
            <p:ph type="sldNum" sz="quarter" idx="10"/>
          </p:nvPr>
        </p:nvSpPr>
        <p:spPr/>
        <p:txBody>
          <a:bodyPr/>
          <a:lstStyle/>
          <a:p>
            <a:fld id="{A23C1B03-0993-4B56-8AC7-1F376C495DCC}" type="slidenum">
              <a:rPr lang="en-US" smtClean="0"/>
              <a:pPr/>
              <a:t>5</a:t>
            </a:fld>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Number Built-in functions..</a:t>
            </a:r>
            <a:endParaRPr lang="en-US" b="1" dirty="0"/>
          </a:p>
        </p:txBody>
      </p:sp>
      <p:sp>
        <p:nvSpPr>
          <p:cNvPr id="3" name="Content Placeholder 2"/>
          <p:cNvSpPr>
            <a:spLocks noGrp="1"/>
          </p:cNvSpPr>
          <p:nvPr>
            <p:ph idx="1"/>
          </p:nvPr>
        </p:nvSpPr>
        <p:spPr>
          <a:xfrm>
            <a:off x="457200" y="1371600"/>
            <a:ext cx="8574088" cy="5334000"/>
          </a:xfrm>
        </p:spPr>
        <p:txBody>
          <a:bodyPr/>
          <a:lstStyle/>
          <a:p>
            <a:r>
              <a:rPr lang="en-US" sz="3600" dirty="0">
                <a:hlinkClick r:id="rId2"/>
              </a:rPr>
              <a:t>abs(x</a:t>
            </a:r>
            <a:r>
              <a:rPr lang="en-US" sz="3600" dirty="0" smtClean="0">
                <a:hlinkClick r:id="rId2"/>
              </a:rPr>
              <a:t>)</a:t>
            </a:r>
            <a:endParaRPr lang="en-US" sz="3600" dirty="0" smtClean="0"/>
          </a:p>
          <a:p>
            <a:r>
              <a:rPr lang="en-US" sz="3600" dirty="0"/>
              <a:t>The absolute value of x: the (positive) distance between x and zero</a:t>
            </a:r>
            <a:r>
              <a:rPr lang="en-US" sz="3600" dirty="0" smtClean="0"/>
              <a:t>.</a:t>
            </a:r>
          </a:p>
          <a:p>
            <a:r>
              <a:rPr lang="de-DE" sz="3600" dirty="0"/>
              <a:t>print("abs(-45) : ", abs(-45</a:t>
            </a:r>
            <a:r>
              <a:rPr lang="de-DE" sz="3600" dirty="0" smtClean="0"/>
              <a:t>))			 print</a:t>
            </a:r>
            <a:r>
              <a:rPr lang="de-DE" sz="3600" dirty="0"/>
              <a:t>("abs(100.12) : ", abs(100.12</a:t>
            </a:r>
            <a:r>
              <a:rPr lang="de-DE" sz="3600" dirty="0" smtClean="0"/>
              <a:t>))</a:t>
            </a:r>
          </a:p>
          <a:p>
            <a:r>
              <a:rPr lang="de-DE" sz="3600" dirty="0"/>
              <a:t>abs(-45) :  </a:t>
            </a:r>
            <a:r>
              <a:rPr lang="de-DE" sz="3600" dirty="0" smtClean="0"/>
              <a:t>45						 abs(100.12</a:t>
            </a:r>
            <a:r>
              <a:rPr lang="de-DE" sz="3600" dirty="0"/>
              <a:t>) :  </a:t>
            </a:r>
            <a:r>
              <a:rPr lang="de-DE" sz="3600" dirty="0" smtClean="0"/>
              <a:t>100.12</a:t>
            </a:r>
          </a:p>
          <a:p>
            <a:endParaRPr lang="de-DE" dirty="0"/>
          </a:p>
          <a:p>
            <a:endParaRPr lang="en-US" dirty="0"/>
          </a:p>
        </p:txBody>
      </p:sp>
      <p:sp>
        <p:nvSpPr>
          <p:cNvPr id="4" name="Slide Number Placeholder 3"/>
          <p:cNvSpPr>
            <a:spLocks noGrp="1"/>
          </p:cNvSpPr>
          <p:nvPr>
            <p:ph type="sldNum" sz="quarter" idx="10"/>
          </p:nvPr>
        </p:nvSpPr>
        <p:spPr/>
        <p:txBody>
          <a:bodyPr/>
          <a:lstStyle/>
          <a:p>
            <a:fld id="{A23C1B03-0993-4B56-8AC7-1F376C495DCC}" type="slidenum">
              <a:rPr lang="en-US" smtClean="0"/>
              <a:pPr/>
              <a:t>6</a:t>
            </a:fld>
            <a:endParaRPr lang="en-US"/>
          </a:p>
        </p:txBody>
      </p:sp>
    </p:spTree>
    <p:extLst>
      <p:ext uri="{BB962C8B-B14F-4D97-AF65-F5344CB8AC3E}">
        <p14:creationId xmlns:p14="http://schemas.microsoft.com/office/powerpoint/2010/main" xmlns="" val="116983394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Number Built-in functions..</a:t>
            </a:r>
            <a:endParaRPr lang="en-US" b="1" dirty="0"/>
          </a:p>
        </p:txBody>
      </p:sp>
      <p:sp>
        <p:nvSpPr>
          <p:cNvPr id="3" name="Content Placeholder 2"/>
          <p:cNvSpPr>
            <a:spLocks noGrp="1"/>
          </p:cNvSpPr>
          <p:nvPr>
            <p:ph idx="1"/>
          </p:nvPr>
        </p:nvSpPr>
        <p:spPr>
          <a:xfrm>
            <a:off x="457200" y="1371600"/>
            <a:ext cx="8574088" cy="5486400"/>
          </a:xfrm>
        </p:spPr>
        <p:txBody>
          <a:bodyPr/>
          <a:lstStyle/>
          <a:p>
            <a:r>
              <a:rPr lang="en-US" sz="2400" dirty="0">
                <a:hlinkClick r:id="rId2"/>
              </a:rPr>
              <a:t>ceil(x)</a:t>
            </a:r>
            <a:endParaRPr lang="en-US" sz="2400" dirty="0"/>
          </a:p>
          <a:p>
            <a:r>
              <a:rPr lang="en-US" sz="2400" dirty="0" smtClean="0"/>
              <a:t>Round to highest of the value given in parameters.</a:t>
            </a:r>
            <a:endParaRPr lang="en-US" sz="2400" dirty="0"/>
          </a:p>
          <a:p>
            <a:r>
              <a:rPr lang="en-US" sz="2400" dirty="0"/>
              <a:t>import math   # This will import math </a:t>
            </a:r>
            <a:r>
              <a:rPr lang="en-US" sz="2400" dirty="0" smtClean="0"/>
              <a:t>module 	 print</a:t>
            </a:r>
            <a:r>
              <a:rPr lang="en-US" sz="2400" dirty="0"/>
              <a:t>("</a:t>
            </a:r>
            <a:r>
              <a:rPr lang="en-US" sz="2400" dirty="0" err="1"/>
              <a:t>math.ceil</a:t>
            </a:r>
            <a:r>
              <a:rPr lang="en-US" sz="2400" dirty="0"/>
              <a:t>(-45.17) : ", </a:t>
            </a:r>
            <a:r>
              <a:rPr lang="en-US" sz="2400" dirty="0" err="1"/>
              <a:t>math.ceil</a:t>
            </a:r>
            <a:r>
              <a:rPr lang="en-US" sz="2400" dirty="0"/>
              <a:t>(-45.17</a:t>
            </a:r>
            <a:r>
              <a:rPr lang="en-US" sz="2400" dirty="0" smtClean="0"/>
              <a:t>)) print</a:t>
            </a:r>
            <a:r>
              <a:rPr lang="en-US" sz="2400" dirty="0"/>
              <a:t>("</a:t>
            </a:r>
            <a:r>
              <a:rPr lang="en-US" sz="2400" dirty="0" err="1"/>
              <a:t>math.ceil</a:t>
            </a:r>
            <a:r>
              <a:rPr lang="en-US" sz="2400" dirty="0"/>
              <a:t>(100.12) : ", </a:t>
            </a:r>
            <a:r>
              <a:rPr lang="en-US" sz="2400" dirty="0" err="1"/>
              <a:t>math.ceil</a:t>
            </a:r>
            <a:r>
              <a:rPr lang="en-US" sz="2400" dirty="0"/>
              <a:t>(100.12</a:t>
            </a:r>
            <a:r>
              <a:rPr lang="en-US" sz="2400" dirty="0" smtClean="0"/>
              <a:t>)) print</a:t>
            </a:r>
            <a:r>
              <a:rPr lang="en-US" sz="2400" dirty="0"/>
              <a:t>("</a:t>
            </a:r>
            <a:r>
              <a:rPr lang="en-US" sz="2400" dirty="0" err="1"/>
              <a:t>math.ceil</a:t>
            </a:r>
            <a:r>
              <a:rPr lang="en-US" sz="2400" dirty="0"/>
              <a:t>(100.72) : ", </a:t>
            </a:r>
            <a:r>
              <a:rPr lang="en-US" sz="2400" dirty="0" err="1"/>
              <a:t>math.ceil</a:t>
            </a:r>
            <a:r>
              <a:rPr lang="en-US" sz="2400" dirty="0"/>
              <a:t>(100.72</a:t>
            </a:r>
            <a:r>
              <a:rPr lang="en-US" sz="2400" dirty="0" smtClean="0"/>
              <a:t>)) print</a:t>
            </a:r>
            <a:r>
              <a:rPr lang="en-US" sz="2400" dirty="0"/>
              <a:t>("</a:t>
            </a:r>
            <a:r>
              <a:rPr lang="en-US" sz="2400" dirty="0" err="1"/>
              <a:t>math.ceil</a:t>
            </a:r>
            <a:r>
              <a:rPr lang="en-US" sz="2400" dirty="0"/>
              <a:t>(</a:t>
            </a:r>
            <a:r>
              <a:rPr lang="en-US" sz="2400" dirty="0" err="1"/>
              <a:t>math.pi</a:t>
            </a:r>
            <a:r>
              <a:rPr lang="en-US" sz="2400" dirty="0"/>
              <a:t>) : ", </a:t>
            </a:r>
            <a:r>
              <a:rPr lang="en-US" sz="2400" dirty="0" err="1"/>
              <a:t>math.ceil</a:t>
            </a:r>
            <a:r>
              <a:rPr lang="en-US" sz="2400" dirty="0"/>
              <a:t>(</a:t>
            </a:r>
            <a:r>
              <a:rPr lang="en-US" sz="2400" dirty="0" err="1"/>
              <a:t>math.pi</a:t>
            </a:r>
            <a:r>
              <a:rPr lang="en-US" sz="2400" dirty="0" smtClean="0"/>
              <a:t>))	</a:t>
            </a:r>
          </a:p>
          <a:p>
            <a:r>
              <a:rPr lang="en-US" sz="2400" b="1" dirty="0"/>
              <a:t>Note:</a:t>
            </a:r>
            <a:r>
              <a:rPr lang="en-US" sz="2400" dirty="0"/>
              <a:t> This function is not accessible directly, so we need to import math module and then we need to call this function</a:t>
            </a:r>
          </a:p>
          <a:p>
            <a:r>
              <a:rPr lang="fr-FR" sz="2400" dirty="0" err="1" smtClean="0"/>
              <a:t>math.ceil</a:t>
            </a:r>
            <a:r>
              <a:rPr lang="fr-FR" sz="2400" dirty="0"/>
              <a:t>(-45.17) :  -</a:t>
            </a:r>
            <a:r>
              <a:rPr lang="fr-FR" sz="2400" dirty="0" smtClean="0"/>
              <a:t>45				 </a:t>
            </a:r>
            <a:r>
              <a:rPr lang="fr-FR" sz="2400" dirty="0" err="1" smtClean="0"/>
              <a:t>math.ceil</a:t>
            </a:r>
            <a:r>
              <a:rPr lang="fr-FR" sz="2400" dirty="0" smtClean="0"/>
              <a:t>(100.12</a:t>
            </a:r>
            <a:r>
              <a:rPr lang="fr-FR" sz="2400" dirty="0"/>
              <a:t>) :  </a:t>
            </a:r>
            <a:r>
              <a:rPr lang="fr-FR" sz="2400" dirty="0" smtClean="0"/>
              <a:t>101			 	 </a:t>
            </a:r>
            <a:r>
              <a:rPr lang="fr-FR" sz="2400" dirty="0" err="1" smtClean="0"/>
              <a:t>math.ceil</a:t>
            </a:r>
            <a:r>
              <a:rPr lang="fr-FR" sz="2400" dirty="0" smtClean="0"/>
              <a:t>(100.72</a:t>
            </a:r>
            <a:r>
              <a:rPr lang="fr-FR" sz="2400" dirty="0"/>
              <a:t>) :  </a:t>
            </a:r>
            <a:r>
              <a:rPr lang="fr-FR" sz="2400" dirty="0" smtClean="0"/>
              <a:t>101				 </a:t>
            </a:r>
            <a:r>
              <a:rPr lang="fr-FR" sz="2400" dirty="0" err="1" smtClean="0"/>
              <a:t>math.ceil</a:t>
            </a:r>
            <a:r>
              <a:rPr lang="fr-FR" sz="2400" dirty="0" smtClean="0"/>
              <a:t>(</a:t>
            </a:r>
            <a:r>
              <a:rPr lang="fr-FR" sz="2400" dirty="0" err="1" smtClean="0"/>
              <a:t>math.pi</a:t>
            </a:r>
            <a:r>
              <a:rPr lang="fr-FR" sz="2400" dirty="0"/>
              <a:t>) :  4</a:t>
            </a:r>
            <a:endParaRPr lang="en-US" sz="2400" dirty="0"/>
          </a:p>
        </p:txBody>
      </p:sp>
      <p:sp>
        <p:nvSpPr>
          <p:cNvPr id="4" name="Slide Number Placeholder 3"/>
          <p:cNvSpPr>
            <a:spLocks noGrp="1"/>
          </p:cNvSpPr>
          <p:nvPr>
            <p:ph type="sldNum" sz="quarter" idx="10"/>
          </p:nvPr>
        </p:nvSpPr>
        <p:spPr/>
        <p:txBody>
          <a:bodyPr/>
          <a:lstStyle/>
          <a:p>
            <a:fld id="{A23C1B03-0993-4B56-8AC7-1F376C495DCC}" type="slidenum">
              <a:rPr lang="en-US" smtClean="0"/>
              <a:pPr/>
              <a:t>7</a:t>
            </a:fld>
            <a:endParaRPr lang="en-US"/>
          </a:p>
        </p:txBody>
      </p:sp>
    </p:spTree>
    <p:extLst>
      <p:ext uri="{BB962C8B-B14F-4D97-AF65-F5344CB8AC3E}">
        <p14:creationId xmlns:p14="http://schemas.microsoft.com/office/powerpoint/2010/main" xmlns="" val="76668433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Number Built-in functions..</a:t>
            </a:r>
            <a:endParaRPr lang="en-US" b="1" dirty="0"/>
          </a:p>
        </p:txBody>
      </p:sp>
      <p:sp>
        <p:nvSpPr>
          <p:cNvPr id="3" name="Content Placeholder 2"/>
          <p:cNvSpPr>
            <a:spLocks noGrp="1"/>
          </p:cNvSpPr>
          <p:nvPr>
            <p:ph idx="1"/>
          </p:nvPr>
        </p:nvSpPr>
        <p:spPr>
          <a:xfrm>
            <a:off x="457200" y="1371600"/>
            <a:ext cx="8574088" cy="5410200"/>
          </a:xfrm>
        </p:spPr>
        <p:txBody>
          <a:bodyPr/>
          <a:lstStyle/>
          <a:p>
            <a:r>
              <a:rPr lang="en-US" sz="2400" dirty="0" smtClean="0">
                <a:hlinkClick r:id="rId2"/>
              </a:rPr>
              <a:t>floor(x</a:t>
            </a:r>
            <a:r>
              <a:rPr lang="en-US" sz="2400" dirty="0">
                <a:hlinkClick r:id="rId2"/>
              </a:rPr>
              <a:t>)</a:t>
            </a:r>
            <a:endParaRPr lang="en-US" sz="2400" dirty="0"/>
          </a:p>
          <a:p>
            <a:r>
              <a:rPr lang="en-US" sz="2400" dirty="0"/>
              <a:t>Round to </a:t>
            </a:r>
            <a:r>
              <a:rPr lang="en-US" sz="2400" dirty="0" smtClean="0"/>
              <a:t>lowest </a:t>
            </a:r>
            <a:r>
              <a:rPr lang="en-US" sz="2400" dirty="0"/>
              <a:t>of the value given in parameters.</a:t>
            </a:r>
          </a:p>
          <a:p>
            <a:r>
              <a:rPr lang="en-US" sz="2400" dirty="0"/>
              <a:t>import math   # This will import math module 	 print("</a:t>
            </a:r>
            <a:r>
              <a:rPr lang="en-US" sz="2400" dirty="0" err="1" smtClean="0"/>
              <a:t>math.floor</a:t>
            </a:r>
            <a:r>
              <a:rPr lang="en-US" sz="2400" dirty="0" smtClean="0"/>
              <a:t>(-</a:t>
            </a:r>
            <a:r>
              <a:rPr lang="en-US" sz="2400" dirty="0"/>
              <a:t>45.17) : ", </a:t>
            </a:r>
            <a:r>
              <a:rPr lang="en-US" sz="2400" dirty="0" err="1"/>
              <a:t>math.floor</a:t>
            </a:r>
            <a:r>
              <a:rPr lang="en-US" sz="2400" dirty="0" smtClean="0"/>
              <a:t>(-</a:t>
            </a:r>
            <a:r>
              <a:rPr lang="en-US" sz="2400" dirty="0"/>
              <a:t>45.17)) </a:t>
            </a:r>
            <a:r>
              <a:rPr lang="en-US" sz="2400" dirty="0" smtClean="0"/>
              <a:t>		 print</a:t>
            </a:r>
            <a:r>
              <a:rPr lang="en-US" sz="2400" dirty="0"/>
              <a:t>("</a:t>
            </a:r>
            <a:r>
              <a:rPr lang="en-US" sz="2400" dirty="0" err="1" smtClean="0"/>
              <a:t>math.floor</a:t>
            </a:r>
            <a:r>
              <a:rPr lang="en-US" sz="2400" dirty="0" smtClean="0"/>
              <a:t>(100.12</a:t>
            </a:r>
            <a:r>
              <a:rPr lang="en-US" sz="2400" dirty="0"/>
              <a:t>) : ", </a:t>
            </a:r>
            <a:r>
              <a:rPr lang="en-US" sz="2400" dirty="0" err="1" smtClean="0"/>
              <a:t>math.floor</a:t>
            </a:r>
            <a:r>
              <a:rPr lang="en-US" sz="2400" dirty="0" smtClean="0"/>
              <a:t>(100.12</a:t>
            </a:r>
            <a:r>
              <a:rPr lang="en-US" sz="2400" dirty="0"/>
              <a:t>)) </a:t>
            </a:r>
            <a:r>
              <a:rPr lang="en-US" sz="2400" dirty="0" smtClean="0"/>
              <a:t>	 print</a:t>
            </a:r>
            <a:r>
              <a:rPr lang="en-US" sz="2400" dirty="0"/>
              <a:t>("</a:t>
            </a:r>
            <a:r>
              <a:rPr lang="en-US" sz="2400" dirty="0" err="1" smtClean="0"/>
              <a:t>math.floor</a:t>
            </a:r>
            <a:r>
              <a:rPr lang="en-US" sz="2400" dirty="0" smtClean="0"/>
              <a:t>(100.72</a:t>
            </a:r>
            <a:r>
              <a:rPr lang="en-US" sz="2400" dirty="0"/>
              <a:t>) : ", </a:t>
            </a:r>
            <a:r>
              <a:rPr lang="en-US" sz="2400" dirty="0" err="1" smtClean="0"/>
              <a:t>math.floor</a:t>
            </a:r>
            <a:r>
              <a:rPr lang="en-US" sz="2400" dirty="0" smtClean="0"/>
              <a:t>(100.72</a:t>
            </a:r>
            <a:r>
              <a:rPr lang="en-US" sz="2400" dirty="0"/>
              <a:t>)) print</a:t>
            </a:r>
            <a:r>
              <a:rPr lang="en-US" sz="2400" dirty="0" smtClean="0"/>
              <a:t>("</a:t>
            </a:r>
            <a:r>
              <a:rPr lang="en-US" sz="2400" dirty="0" err="1"/>
              <a:t>math.floor</a:t>
            </a:r>
            <a:r>
              <a:rPr lang="en-US" sz="2400" dirty="0"/>
              <a:t> </a:t>
            </a:r>
            <a:r>
              <a:rPr lang="en-US" sz="2400" dirty="0" smtClean="0"/>
              <a:t>(</a:t>
            </a:r>
            <a:r>
              <a:rPr lang="en-US" sz="2400" dirty="0" err="1"/>
              <a:t>math.pi</a:t>
            </a:r>
            <a:r>
              <a:rPr lang="en-US" sz="2400" dirty="0"/>
              <a:t>) : ", </a:t>
            </a:r>
            <a:r>
              <a:rPr lang="en-US" sz="2400" dirty="0" err="1"/>
              <a:t>math.floor</a:t>
            </a:r>
            <a:r>
              <a:rPr lang="en-US" sz="2400" dirty="0" smtClean="0"/>
              <a:t>(</a:t>
            </a:r>
            <a:r>
              <a:rPr lang="en-US" sz="2400" dirty="0" err="1" smtClean="0"/>
              <a:t>math.pi</a:t>
            </a:r>
            <a:r>
              <a:rPr lang="en-US" sz="2400" dirty="0"/>
              <a:t>))	</a:t>
            </a:r>
          </a:p>
          <a:p>
            <a:r>
              <a:rPr lang="en-US" sz="2400" b="1" dirty="0"/>
              <a:t>Note:</a:t>
            </a:r>
            <a:r>
              <a:rPr lang="en-US" sz="2400" dirty="0"/>
              <a:t> This function is not accessible directly, so we need to import math module and then we need to call this function</a:t>
            </a:r>
          </a:p>
          <a:p>
            <a:r>
              <a:rPr lang="en-US" sz="2400" dirty="0" err="1"/>
              <a:t>math.floor</a:t>
            </a:r>
            <a:r>
              <a:rPr lang="fr-FR" sz="2400" dirty="0" smtClean="0"/>
              <a:t>(-</a:t>
            </a:r>
            <a:r>
              <a:rPr lang="fr-FR" sz="2400" dirty="0"/>
              <a:t>45.17) :  -</a:t>
            </a:r>
            <a:r>
              <a:rPr lang="fr-FR" sz="2400" dirty="0" smtClean="0"/>
              <a:t>46</a:t>
            </a:r>
            <a:r>
              <a:rPr lang="fr-FR" sz="2400" dirty="0"/>
              <a:t>				 </a:t>
            </a:r>
            <a:r>
              <a:rPr lang="en-US" sz="2400" dirty="0" err="1"/>
              <a:t>math.floor</a:t>
            </a:r>
            <a:r>
              <a:rPr lang="fr-FR" sz="2400" dirty="0" smtClean="0"/>
              <a:t>(100.12</a:t>
            </a:r>
            <a:r>
              <a:rPr lang="fr-FR" sz="2400" dirty="0"/>
              <a:t>) :  </a:t>
            </a:r>
            <a:r>
              <a:rPr lang="fr-FR" sz="2400" dirty="0" smtClean="0"/>
              <a:t>100</a:t>
            </a:r>
            <a:r>
              <a:rPr lang="fr-FR" sz="2400" dirty="0"/>
              <a:t>			 	 </a:t>
            </a:r>
            <a:r>
              <a:rPr lang="en-US" sz="2400" dirty="0" err="1"/>
              <a:t>math.floor</a:t>
            </a:r>
            <a:r>
              <a:rPr lang="fr-FR" sz="2400" dirty="0" smtClean="0"/>
              <a:t>(100.72</a:t>
            </a:r>
            <a:r>
              <a:rPr lang="fr-FR" sz="2400" dirty="0"/>
              <a:t>) :  </a:t>
            </a:r>
            <a:r>
              <a:rPr lang="fr-FR" sz="2400" dirty="0" smtClean="0"/>
              <a:t>100</a:t>
            </a:r>
            <a:r>
              <a:rPr lang="fr-FR" sz="2400" dirty="0"/>
              <a:t>				 </a:t>
            </a:r>
            <a:r>
              <a:rPr lang="en-US" sz="2400" dirty="0" err="1"/>
              <a:t>math.floor</a:t>
            </a:r>
            <a:r>
              <a:rPr lang="fr-FR" sz="2400" dirty="0" smtClean="0"/>
              <a:t>(</a:t>
            </a:r>
            <a:r>
              <a:rPr lang="fr-FR" sz="2400" dirty="0" err="1" smtClean="0"/>
              <a:t>math.pi</a:t>
            </a:r>
            <a:r>
              <a:rPr lang="fr-FR" sz="2400" dirty="0"/>
              <a:t>) :  </a:t>
            </a:r>
            <a:r>
              <a:rPr lang="fr-FR" sz="2400" dirty="0" smtClean="0"/>
              <a:t>3</a:t>
            </a:r>
            <a:endParaRPr lang="en-US" sz="2400" dirty="0"/>
          </a:p>
          <a:p>
            <a:endParaRPr lang="en-US" dirty="0"/>
          </a:p>
        </p:txBody>
      </p:sp>
      <p:sp>
        <p:nvSpPr>
          <p:cNvPr id="4" name="Slide Number Placeholder 3"/>
          <p:cNvSpPr>
            <a:spLocks noGrp="1"/>
          </p:cNvSpPr>
          <p:nvPr>
            <p:ph type="sldNum" sz="quarter" idx="10"/>
          </p:nvPr>
        </p:nvSpPr>
        <p:spPr/>
        <p:txBody>
          <a:bodyPr/>
          <a:lstStyle/>
          <a:p>
            <a:fld id="{A23C1B03-0993-4B56-8AC7-1F376C495DCC}" type="slidenum">
              <a:rPr lang="en-US" smtClean="0"/>
              <a:pPr/>
              <a:t>8</a:t>
            </a:fld>
            <a:endParaRPr lang="en-US"/>
          </a:p>
        </p:txBody>
      </p:sp>
    </p:spTree>
    <p:extLst>
      <p:ext uri="{BB962C8B-B14F-4D97-AF65-F5344CB8AC3E}">
        <p14:creationId xmlns:p14="http://schemas.microsoft.com/office/powerpoint/2010/main" xmlns="" val="110104885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Number Built-in functions..</a:t>
            </a:r>
            <a:endParaRPr lang="en-US" b="1" dirty="0"/>
          </a:p>
        </p:txBody>
      </p:sp>
      <p:sp>
        <p:nvSpPr>
          <p:cNvPr id="3" name="Content Placeholder 2"/>
          <p:cNvSpPr>
            <a:spLocks noGrp="1"/>
          </p:cNvSpPr>
          <p:nvPr>
            <p:ph idx="1"/>
          </p:nvPr>
        </p:nvSpPr>
        <p:spPr>
          <a:xfrm>
            <a:off x="457200" y="1371600"/>
            <a:ext cx="8574088" cy="5334000"/>
          </a:xfrm>
        </p:spPr>
        <p:txBody>
          <a:bodyPr/>
          <a:lstStyle/>
          <a:p>
            <a:r>
              <a:rPr lang="en-US" dirty="0">
                <a:hlinkClick r:id="rId2"/>
              </a:rPr>
              <a:t>max(x1, x2</a:t>
            </a:r>
            <a:r>
              <a:rPr lang="en-US" dirty="0" smtClean="0">
                <a:hlinkClick r:id="rId2"/>
              </a:rPr>
              <a:t>,...)</a:t>
            </a:r>
            <a:endParaRPr lang="en-US" dirty="0" smtClean="0"/>
          </a:p>
          <a:p>
            <a:r>
              <a:rPr lang="en-US" dirty="0"/>
              <a:t>The largest of its </a:t>
            </a:r>
            <a:r>
              <a:rPr lang="en-US" dirty="0" smtClean="0"/>
              <a:t>arguments.</a:t>
            </a:r>
          </a:p>
          <a:p>
            <a:r>
              <a:rPr lang="fr-FR" sz="2400" dirty="0" err="1"/>
              <a:t>print</a:t>
            </a:r>
            <a:r>
              <a:rPr lang="fr-FR" sz="2400" dirty="0"/>
              <a:t>("max(80, 100, </a:t>
            </a:r>
            <a:r>
              <a:rPr lang="fr-FR" sz="2400" dirty="0" smtClean="0"/>
              <a:t>1000,2000) </a:t>
            </a:r>
            <a:r>
              <a:rPr lang="fr-FR" sz="2400" dirty="0"/>
              <a:t>: ", max(80, 100, </a:t>
            </a:r>
            <a:r>
              <a:rPr lang="fr-FR" sz="2400" dirty="0" smtClean="0"/>
              <a:t>1000,2000))	 </a:t>
            </a:r>
            <a:r>
              <a:rPr lang="fr-FR" sz="2400" dirty="0" err="1" smtClean="0"/>
              <a:t>print</a:t>
            </a:r>
            <a:r>
              <a:rPr lang="fr-FR" sz="2400" dirty="0"/>
              <a:t>("max(-20, 100, 400) : ", max(-20, 100, 400</a:t>
            </a:r>
            <a:r>
              <a:rPr lang="fr-FR" sz="2400" dirty="0" smtClean="0"/>
              <a:t>))	 </a:t>
            </a:r>
            <a:r>
              <a:rPr lang="fr-FR" sz="2400" dirty="0" err="1" smtClean="0"/>
              <a:t>print</a:t>
            </a:r>
            <a:r>
              <a:rPr lang="fr-FR" sz="2400" dirty="0"/>
              <a:t>("max(-80, -</a:t>
            </a:r>
            <a:r>
              <a:rPr lang="fr-FR" sz="2400" dirty="0" smtClean="0"/>
              <a:t>20) </a:t>
            </a:r>
            <a:r>
              <a:rPr lang="fr-FR" sz="2400" dirty="0"/>
              <a:t>: ", max(-80, -</a:t>
            </a:r>
            <a:r>
              <a:rPr lang="fr-FR" sz="2400" dirty="0" smtClean="0"/>
              <a:t>20)		 	 </a:t>
            </a:r>
            <a:r>
              <a:rPr lang="fr-FR" sz="2400" dirty="0" err="1" smtClean="0"/>
              <a:t>print</a:t>
            </a:r>
            <a:r>
              <a:rPr lang="fr-FR" sz="2400" dirty="0"/>
              <a:t>("max(0, 100, -400) : ", max(0, 100, -400</a:t>
            </a:r>
            <a:r>
              <a:rPr lang="fr-FR" sz="2400" dirty="0" smtClean="0"/>
              <a:t>))</a:t>
            </a:r>
          </a:p>
          <a:p>
            <a:r>
              <a:rPr lang="fr-FR" sz="2400" dirty="0"/>
              <a:t>max(80, 100, </a:t>
            </a:r>
            <a:r>
              <a:rPr lang="fr-FR" sz="2400" dirty="0" smtClean="0"/>
              <a:t>1000, 2000) </a:t>
            </a:r>
            <a:r>
              <a:rPr lang="fr-FR" sz="2400" dirty="0"/>
              <a:t>:  </a:t>
            </a:r>
            <a:r>
              <a:rPr lang="fr-FR" sz="2400" dirty="0" smtClean="0"/>
              <a:t>2000				</a:t>
            </a:r>
            <a:r>
              <a:rPr lang="fr-FR" sz="2400" dirty="0"/>
              <a:t>	</a:t>
            </a:r>
            <a:r>
              <a:rPr lang="fr-FR" sz="2400" dirty="0" smtClean="0"/>
              <a:t> max</a:t>
            </a:r>
            <a:r>
              <a:rPr lang="fr-FR" sz="2400" dirty="0"/>
              <a:t>(-20, 100, 400) :  </a:t>
            </a:r>
            <a:r>
              <a:rPr lang="fr-FR" sz="2400" dirty="0" smtClean="0"/>
              <a:t>400						 max</a:t>
            </a:r>
            <a:r>
              <a:rPr lang="fr-FR" sz="2400" dirty="0"/>
              <a:t>(-80, -</a:t>
            </a:r>
            <a:r>
              <a:rPr lang="fr-FR" sz="2400" dirty="0" smtClean="0"/>
              <a:t>20) </a:t>
            </a:r>
            <a:r>
              <a:rPr lang="fr-FR" sz="2400" dirty="0"/>
              <a:t>:  </a:t>
            </a:r>
            <a:r>
              <a:rPr lang="fr-FR" sz="2400" dirty="0" smtClean="0"/>
              <a:t>-</a:t>
            </a:r>
            <a:r>
              <a:rPr lang="fr-FR" sz="2400" dirty="0"/>
              <a:t>2</a:t>
            </a:r>
            <a:r>
              <a:rPr lang="fr-FR" sz="2400" dirty="0" smtClean="0"/>
              <a:t>0						 max(0</a:t>
            </a:r>
            <a:r>
              <a:rPr lang="fr-FR" sz="2400" dirty="0"/>
              <a:t>, 100, -400) :  </a:t>
            </a:r>
            <a:r>
              <a:rPr lang="fr-FR" sz="2400" dirty="0" smtClean="0"/>
              <a:t>100</a:t>
            </a:r>
          </a:p>
          <a:p>
            <a:r>
              <a:rPr lang="en-US" sz="2400" dirty="0" smtClean="0">
                <a:hlinkClick r:id="rId2"/>
              </a:rPr>
              <a:t>min(x1</a:t>
            </a:r>
            <a:r>
              <a:rPr lang="en-US" sz="2400" dirty="0">
                <a:hlinkClick r:id="rId2"/>
              </a:rPr>
              <a:t>, x2,...)</a:t>
            </a:r>
            <a:endParaRPr lang="en-US" sz="2400" dirty="0"/>
          </a:p>
          <a:p>
            <a:r>
              <a:rPr lang="en-US" sz="2400" dirty="0"/>
              <a:t>The </a:t>
            </a:r>
            <a:r>
              <a:rPr lang="en-US" sz="2400" dirty="0" smtClean="0"/>
              <a:t>smallest </a:t>
            </a:r>
            <a:r>
              <a:rPr lang="en-US" sz="2400" dirty="0"/>
              <a:t>of its arguments.</a:t>
            </a:r>
          </a:p>
          <a:p>
            <a:endParaRPr lang="en-US" sz="2400" dirty="0"/>
          </a:p>
        </p:txBody>
      </p:sp>
      <p:sp>
        <p:nvSpPr>
          <p:cNvPr id="4" name="Slide Number Placeholder 3"/>
          <p:cNvSpPr>
            <a:spLocks noGrp="1"/>
          </p:cNvSpPr>
          <p:nvPr>
            <p:ph type="sldNum" sz="quarter" idx="10"/>
          </p:nvPr>
        </p:nvSpPr>
        <p:spPr/>
        <p:txBody>
          <a:bodyPr/>
          <a:lstStyle/>
          <a:p>
            <a:fld id="{A23C1B03-0993-4B56-8AC7-1F376C495DCC}" type="slidenum">
              <a:rPr lang="en-US" smtClean="0"/>
              <a:pPr/>
              <a:t>9</a:t>
            </a:fld>
            <a:endParaRPr lang="en-US"/>
          </a:p>
        </p:txBody>
      </p:sp>
    </p:spTree>
    <p:extLst>
      <p:ext uri="{BB962C8B-B14F-4D97-AF65-F5344CB8AC3E}">
        <p14:creationId xmlns:p14="http://schemas.microsoft.com/office/powerpoint/2010/main" xmlns="" val="192848847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Number Built-in functions..</a:t>
            </a:r>
            <a:endParaRPr lang="en-US" b="1" dirty="0"/>
          </a:p>
        </p:txBody>
      </p:sp>
      <p:sp>
        <p:nvSpPr>
          <p:cNvPr id="3" name="Content Placeholder 2"/>
          <p:cNvSpPr>
            <a:spLocks noGrp="1"/>
          </p:cNvSpPr>
          <p:nvPr>
            <p:ph idx="1"/>
          </p:nvPr>
        </p:nvSpPr>
        <p:spPr>
          <a:xfrm>
            <a:off x="457200" y="1371600"/>
            <a:ext cx="8574088" cy="5181600"/>
          </a:xfrm>
        </p:spPr>
        <p:txBody>
          <a:bodyPr/>
          <a:lstStyle/>
          <a:p>
            <a:r>
              <a:rPr lang="en-US" dirty="0">
                <a:hlinkClick r:id="rId2"/>
              </a:rPr>
              <a:t>pow(x, y</a:t>
            </a:r>
            <a:r>
              <a:rPr lang="en-US" dirty="0" smtClean="0">
                <a:hlinkClick r:id="rId2"/>
              </a:rPr>
              <a:t>)</a:t>
            </a:r>
            <a:endParaRPr lang="en-US" dirty="0" smtClean="0"/>
          </a:p>
          <a:p>
            <a:r>
              <a:rPr lang="en-US" dirty="0"/>
              <a:t>The value of x**y</a:t>
            </a:r>
            <a:r>
              <a:rPr lang="en-US" dirty="0" smtClean="0"/>
              <a:t>.</a:t>
            </a:r>
          </a:p>
          <a:p>
            <a:r>
              <a:rPr lang="en-US" dirty="0"/>
              <a:t>import math   # This will import math </a:t>
            </a:r>
            <a:r>
              <a:rPr lang="en-US" dirty="0" smtClean="0"/>
              <a:t>module print</a:t>
            </a:r>
            <a:r>
              <a:rPr lang="en-US" dirty="0"/>
              <a:t>("</a:t>
            </a:r>
            <a:r>
              <a:rPr lang="en-US" dirty="0" err="1"/>
              <a:t>math.pow</a:t>
            </a:r>
            <a:r>
              <a:rPr lang="en-US" dirty="0"/>
              <a:t>(100, 2) : ", </a:t>
            </a:r>
            <a:r>
              <a:rPr lang="en-US" dirty="0" err="1"/>
              <a:t>math.pow</a:t>
            </a:r>
            <a:r>
              <a:rPr lang="en-US" dirty="0"/>
              <a:t>(100, 2</a:t>
            </a:r>
            <a:r>
              <a:rPr lang="en-US" dirty="0" smtClean="0"/>
              <a:t>)) print</a:t>
            </a:r>
            <a:r>
              <a:rPr lang="en-US" dirty="0"/>
              <a:t>("</a:t>
            </a:r>
            <a:r>
              <a:rPr lang="en-US" dirty="0" err="1"/>
              <a:t>math.pow</a:t>
            </a:r>
            <a:r>
              <a:rPr lang="en-US" dirty="0"/>
              <a:t>(100, -2) : ", </a:t>
            </a:r>
            <a:r>
              <a:rPr lang="en-US" dirty="0" err="1"/>
              <a:t>math.pow</a:t>
            </a:r>
            <a:r>
              <a:rPr lang="en-US" dirty="0"/>
              <a:t>(100, -2</a:t>
            </a:r>
            <a:r>
              <a:rPr lang="en-US" dirty="0" smtClean="0"/>
              <a:t>)) print</a:t>
            </a:r>
            <a:r>
              <a:rPr lang="en-US" dirty="0"/>
              <a:t>("</a:t>
            </a:r>
            <a:r>
              <a:rPr lang="en-US" dirty="0" err="1"/>
              <a:t>math.pow</a:t>
            </a:r>
            <a:r>
              <a:rPr lang="en-US" dirty="0"/>
              <a:t>(2, 4) : ", </a:t>
            </a:r>
            <a:r>
              <a:rPr lang="en-US" dirty="0" err="1"/>
              <a:t>math.pow</a:t>
            </a:r>
            <a:r>
              <a:rPr lang="en-US" dirty="0"/>
              <a:t>(2, 4</a:t>
            </a:r>
            <a:r>
              <a:rPr lang="en-US" dirty="0" smtClean="0"/>
              <a:t>)) print</a:t>
            </a:r>
            <a:r>
              <a:rPr lang="en-US" dirty="0"/>
              <a:t>("</a:t>
            </a:r>
            <a:r>
              <a:rPr lang="en-US" dirty="0" err="1"/>
              <a:t>math.pow</a:t>
            </a:r>
            <a:r>
              <a:rPr lang="en-US" dirty="0"/>
              <a:t>(3, 0) : ", </a:t>
            </a:r>
            <a:r>
              <a:rPr lang="en-US" dirty="0" err="1"/>
              <a:t>math.pow</a:t>
            </a:r>
            <a:r>
              <a:rPr lang="en-US" dirty="0"/>
              <a:t>(3, 0</a:t>
            </a:r>
            <a:r>
              <a:rPr lang="en-US" dirty="0" smtClean="0"/>
              <a:t>))</a:t>
            </a:r>
          </a:p>
          <a:p>
            <a:r>
              <a:rPr lang="en-US" dirty="0" err="1"/>
              <a:t>math.pow</a:t>
            </a:r>
            <a:r>
              <a:rPr lang="en-US" dirty="0"/>
              <a:t>(100, 2) :  </a:t>
            </a:r>
            <a:r>
              <a:rPr lang="en-US" dirty="0" smtClean="0"/>
              <a:t>10000.0			 </a:t>
            </a:r>
            <a:r>
              <a:rPr lang="en-US" dirty="0" err="1" smtClean="0"/>
              <a:t>math.pow</a:t>
            </a:r>
            <a:r>
              <a:rPr lang="en-US" dirty="0" smtClean="0"/>
              <a:t>(100</a:t>
            </a:r>
            <a:r>
              <a:rPr lang="en-US" dirty="0"/>
              <a:t>, -2) :  </a:t>
            </a:r>
            <a:r>
              <a:rPr lang="en-US" dirty="0" smtClean="0"/>
              <a:t>0.0001				 </a:t>
            </a:r>
            <a:r>
              <a:rPr lang="en-US" dirty="0" err="1" smtClean="0"/>
              <a:t>math.pow</a:t>
            </a:r>
            <a:r>
              <a:rPr lang="en-US" dirty="0" smtClean="0"/>
              <a:t>(2</a:t>
            </a:r>
            <a:r>
              <a:rPr lang="en-US" dirty="0"/>
              <a:t>, 4) :  </a:t>
            </a:r>
            <a:r>
              <a:rPr lang="en-US" dirty="0" smtClean="0"/>
              <a:t>16.0					 </a:t>
            </a:r>
            <a:r>
              <a:rPr lang="en-US" dirty="0" err="1" smtClean="0"/>
              <a:t>math.pow</a:t>
            </a:r>
            <a:r>
              <a:rPr lang="en-US" dirty="0" smtClean="0"/>
              <a:t>(3</a:t>
            </a:r>
            <a:r>
              <a:rPr lang="en-US" dirty="0"/>
              <a:t>, 0) :  1.0</a:t>
            </a:r>
          </a:p>
          <a:p>
            <a:endParaRPr lang="en-US" dirty="0"/>
          </a:p>
        </p:txBody>
      </p:sp>
      <p:sp>
        <p:nvSpPr>
          <p:cNvPr id="4" name="Slide Number Placeholder 3"/>
          <p:cNvSpPr>
            <a:spLocks noGrp="1"/>
          </p:cNvSpPr>
          <p:nvPr>
            <p:ph type="sldNum" sz="quarter" idx="10"/>
          </p:nvPr>
        </p:nvSpPr>
        <p:spPr/>
        <p:txBody>
          <a:bodyPr/>
          <a:lstStyle/>
          <a:p>
            <a:fld id="{A23C1B03-0993-4B56-8AC7-1F376C495DCC}" type="slidenum">
              <a:rPr lang="en-US" smtClean="0"/>
              <a:pPr/>
              <a:t>10</a:t>
            </a:fld>
            <a:endParaRPr lang="en-US"/>
          </a:p>
        </p:txBody>
      </p:sp>
    </p:spTree>
    <p:extLst>
      <p:ext uri="{BB962C8B-B14F-4D97-AF65-F5344CB8AC3E}">
        <p14:creationId xmlns:p14="http://schemas.microsoft.com/office/powerpoint/2010/main" xmlns="" val="317811861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Number Built-in functions..</a:t>
            </a:r>
            <a:endParaRPr lang="en-US" b="1" dirty="0"/>
          </a:p>
        </p:txBody>
      </p:sp>
      <p:sp>
        <p:nvSpPr>
          <p:cNvPr id="3" name="Content Placeholder 2"/>
          <p:cNvSpPr>
            <a:spLocks noGrp="1"/>
          </p:cNvSpPr>
          <p:nvPr>
            <p:ph idx="1"/>
          </p:nvPr>
        </p:nvSpPr>
        <p:spPr/>
        <p:txBody>
          <a:bodyPr/>
          <a:lstStyle/>
          <a:p>
            <a:r>
              <a:rPr lang="en-US" dirty="0">
                <a:hlinkClick r:id="rId2"/>
              </a:rPr>
              <a:t>round(x [,n</a:t>
            </a:r>
            <a:r>
              <a:rPr lang="en-US" dirty="0" smtClean="0">
                <a:hlinkClick r:id="rId2"/>
              </a:rPr>
              <a:t>])</a:t>
            </a:r>
            <a:endParaRPr lang="en-US" dirty="0" smtClean="0"/>
          </a:p>
          <a:p>
            <a:r>
              <a:rPr lang="en-US" b="1" dirty="0"/>
              <a:t>x</a:t>
            </a:r>
            <a:r>
              <a:rPr lang="en-US" dirty="0"/>
              <a:t> rounded to n digits from the decimal point. </a:t>
            </a:r>
            <a:endParaRPr lang="en-US" dirty="0" smtClean="0"/>
          </a:p>
          <a:p>
            <a:endParaRPr lang="en-US" dirty="0" smtClean="0"/>
          </a:p>
          <a:p>
            <a:r>
              <a:rPr lang="en-US" sz="2400" dirty="0"/>
              <a:t>print("round(80.23456, 2) : ", round(80.23456, 2</a:t>
            </a:r>
            <a:r>
              <a:rPr lang="en-US" sz="2400" dirty="0" smtClean="0"/>
              <a:t>)) print</a:t>
            </a:r>
            <a:r>
              <a:rPr lang="en-US" sz="2400" dirty="0"/>
              <a:t>("round(100.000056, 3) : ", round(100.000056, 3</a:t>
            </a:r>
            <a:r>
              <a:rPr lang="en-US" sz="2400" dirty="0" smtClean="0"/>
              <a:t>)) print</a:t>
            </a:r>
            <a:r>
              <a:rPr lang="en-US" sz="2400" dirty="0"/>
              <a:t>("round(-100.000056, 3) : ", round(-100.000056, 4</a:t>
            </a:r>
            <a:r>
              <a:rPr lang="en-US" sz="2400" dirty="0" smtClean="0"/>
              <a:t>))</a:t>
            </a:r>
          </a:p>
          <a:p>
            <a:endParaRPr lang="en-US" sz="2400" dirty="0" smtClean="0"/>
          </a:p>
          <a:p>
            <a:r>
              <a:rPr lang="en-US" dirty="0"/>
              <a:t>round(80.23456, 2) :  </a:t>
            </a:r>
            <a:r>
              <a:rPr lang="en-US" dirty="0" smtClean="0"/>
              <a:t>80.23 			 round(100.000056</a:t>
            </a:r>
            <a:r>
              <a:rPr lang="en-US" dirty="0"/>
              <a:t>, 3) :  </a:t>
            </a:r>
            <a:r>
              <a:rPr lang="en-US" dirty="0" smtClean="0"/>
              <a:t>100.0			</a:t>
            </a:r>
            <a:r>
              <a:rPr lang="en-US" dirty="0"/>
              <a:t>	</a:t>
            </a:r>
            <a:r>
              <a:rPr lang="en-US" dirty="0" smtClean="0"/>
              <a:t> round</a:t>
            </a:r>
            <a:r>
              <a:rPr lang="en-US" dirty="0"/>
              <a:t>(-100.000056, 3) :  -100.0001</a:t>
            </a:r>
          </a:p>
          <a:p>
            <a:endParaRPr lang="en-US" sz="2400" dirty="0"/>
          </a:p>
        </p:txBody>
      </p:sp>
      <p:sp>
        <p:nvSpPr>
          <p:cNvPr id="4" name="Slide Number Placeholder 3"/>
          <p:cNvSpPr>
            <a:spLocks noGrp="1"/>
          </p:cNvSpPr>
          <p:nvPr>
            <p:ph type="sldNum" sz="quarter" idx="10"/>
          </p:nvPr>
        </p:nvSpPr>
        <p:spPr/>
        <p:txBody>
          <a:bodyPr/>
          <a:lstStyle/>
          <a:p>
            <a:fld id="{A23C1B03-0993-4B56-8AC7-1F376C495DCC}" type="slidenum">
              <a:rPr lang="en-US" smtClean="0"/>
              <a:pPr/>
              <a:t>11</a:t>
            </a:fld>
            <a:endParaRPr lang="en-US"/>
          </a:p>
        </p:txBody>
      </p:sp>
    </p:spTree>
    <p:extLst>
      <p:ext uri="{BB962C8B-B14F-4D97-AF65-F5344CB8AC3E}">
        <p14:creationId xmlns:p14="http://schemas.microsoft.com/office/powerpoint/2010/main" xmlns="" val="102839808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Number Built-in functions..</a:t>
            </a:r>
            <a:endParaRPr lang="en-US" b="1" dirty="0"/>
          </a:p>
        </p:txBody>
      </p:sp>
      <p:sp>
        <p:nvSpPr>
          <p:cNvPr id="3" name="Content Placeholder 2"/>
          <p:cNvSpPr>
            <a:spLocks noGrp="1"/>
          </p:cNvSpPr>
          <p:nvPr>
            <p:ph idx="1"/>
          </p:nvPr>
        </p:nvSpPr>
        <p:spPr/>
        <p:txBody>
          <a:bodyPr/>
          <a:lstStyle/>
          <a:p>
            <a:r>
              <a:rPr lang="en-US" dirty="0" err="1">
                <a:hlinkClick r:id="rId2"/>
              </a:rPr>
              <a:t>sqrt</a:t>
            </a:r>
            <a:r>
              <a:rPr lang="en-US" dirty="0">
                <a:hlinkClick r:id="rId2"/>
              </a:rPr>
              <a:t>(x) </a:t>
            </a:r>
            <a:endParaRPr lang="en-US" dirty="0" smtClean="0"/>
          </a:p>
          <a:p>
            <a:r>
              <a:rPr lang="en-US" dirty="0"/>
              <a:t>The square root of x for x &gt; </a:t>
            </a:r>
            <a:r>
              <a:rPr lang="en-US" dirty="0" smtClean="0"/>
              <a:t>0</a:t>
            </a:r>
          </a:p>
          <a:p>
            <a:r>
              <a:rPr lang="en-US" dirty="0"/>
              <a:t>import math   # This will import math </a:t>
            </a:r>
            <a:r>
              <a:rPr lang="en-US" dirty="0" smtClean="0"/>
              <a:t>module print</a:t>
            </a:r>
            <a:r>
              <a:rPr lang="en-US" dirty="0"/>
              <a:t>("</a:t>
            </a:r>
            <a:r>
              <a:rPr lang="en-US" dirty="0" err="1"/>
              <a:t>math.sqrt</a:t>
            </a:r>
            <a:r>
              <a:rPr lang="en-US" dirty="0"/>
              <a:t>(100) : ", </a:t>
            </a:r>
            <a:r>
              <a:rPr lang="en-US" dirty="0" err="1"/>
              <a:t>math.sqrt</a:t>
            </a:r>
            <a:r>
              <a:rPr lang="en-US" dirty="0"/>
              <a:t>(100</a:t>
            </a:r>
            <a:r>
              <a:rPr lang="en-US" dirty="0" smtClean="0"/>
              <a:t>)) print</a:t>
            </a:r>
            <a:r>
              <a:rPr lang="en-US" dirty="0"/>
              <a:t>("</a:t>
            </a:r>
            <a:r>
              <a:rPr lang="en-US" dirty="0" err="1"/>
              <a:t>math.sqrt</a:t>
            </a:r>
            <a:r>
              <a:rPr lang="en-US" dirty="0"/>
              <a:t>(7) : ", </a:t>
            </a:r>
            <a:r>
              <a:rPr lang="en-US" dirty="0" err="1"/>
              <a:t>math.sqrt</a:t>
            </a:r>
            <a:r>
              <a:rPr lang="en-US" dirty="0"/>
              <a:t>(7</a:t>
            </a:r>
            <a:r>
              <a:rPr lang="en-US" dirty="0" smtClean="0"/>
              <a:t>)) print</a:t>
            </a:r>
            <a:r>
              <a:rPr lang="en-US" dirty="0"/>
              <a:t>("</a:t>
            </a:r>
            <a:r>
              <a:rPr lang="en-US" dirty="0" err="1"/>
              <a:t>math.sqrt</a:t>
            </a:r>
            <a:r>
              <a:rPr lang="en-US" dirty="0"/>
              <a:t>(</a:t>
            </a:r>
            <a:r>
              <a:rPr lang="en-US" dirty="0" err="1"/>
              <a:t>math.pi</a:t>
            </a:r>
            <a:r>
              <a:rPr lang="en-US" dirty="0"/>
              <a:t>) : ", </a:t>
            </a:r>
            <a:r>
              <a:rPr lang="en-US" dirty="0" err="1"/>
              <a:t>math.sqrt</a:t>
            </a:r>
            <a:r>
              <a:rPr lang="en-US" dirty="0"/>
              <a:t>(</a:t>
            </a:r>
            <a:r>
              <a:rPr lang="en-US" dirty="0" err="1"/>
              <a:t>math.pi</a:t>
            </a:r>
            <a:r>
              <a:rPr lang="en-US" dirty="0" smtClean="0"/>
              <a:t>))</a:t>
            </a:r>
          </a:p>
          <a:p>
            <a:r>
              <a:rPr lang="en-US" dirty="0" err="1"/>
              <a:t>math.sqrt</a:t>
            </a:r>
            <a:r>
              <a:rPr lang="en-US" dirty="0"/>
              <a:t>(100) :  </a:t>
            </a:r>
            <a:r>
              <a:rPr lang="en-US" dirty="0" smtClean="0"/>
              <a:t>10.0					 </a:t>
            </a:r>
            <a:r>
              <a:rPr lang="en-US" dirty="0" err="1" smtClean="0"/>
              <a:t>math.sqrt</a:t>
            </a:r>
            <a:r>
              <a:rPr lang="en-US" dirty="0" smtClean="0"/>
              <a:t>(7</a:t>
            </a:r>
            <a:r>
              <a:rPr lang="en-US" dirty="0"/>
              <a:t>) :  </a:t>
            </a:r>
            <a:r>
              <a:rPr lang="en-US" dirty="0" smtClean="0"/>
              <a:t>2.6457513110645907	   </a:t>
            </a:r>
            <a:r>
              <a:rPr lang="en-US" dirty="0" err="1" smtClean="0"/>
              <a:t>math.sqrt</a:t>
            </a:r>
            <a:r>
              <a:rPr lang="en-US" dirty="0" smtClean="0"/>
              <a:t>(</a:t>
            </a:r>
            <a:r>
              <a:rPr lang="en-US" dirty="0" err="1" smtClean="0"/>
              <a:t>math.pi</a:t>
            </a:r>
            <a:r>
              <a:rPr lang="en-US" dirty="0"/>
              <a:t>) :  1.7724538509055159</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A23C1B03-0993-4B56-8AC7-1F376C495DCC}" type="slidenum">
              <a:rPr lang="en-US" smtClean="0"/>
              <a:pPr/>
              <a:t>12</a:t>
            </a:fld>
            <a:endParaRPr lang="en-US"/>
          </a:p>
        </p:txBody>
      </p:sp>
    </p:spTree>
    <p:extLst>
      <p:ext uri="{BB962C8B-B14F-4D97-AF65-F5344CB8AC3E}">
        <p14:creationId xmlns:p14="http://schemas.microsoft.com/office/powerpoint/2010/main" xmlns="" val="271435251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Random Number </a:t>
            </a:r>
            <a:r>
              <a:rPr lang="en-US" b="1" dirty="0" smtClean="0"/>
              <a:t>Functions</a:t>
            </a:r>
            <a:endParaRPr lang="en-US" dirty="0"/>
          </a:p>
        </p:txBody>
      </p:sp>
      <p:sp>
        <p:nvSpPr>
          <p:cNvPr id="3" name="Content Placeholder 2"/>
          <p:cNvSpPr>
            <a:spLocks noGrp="1"/>
          </p:cNvSpPr>
          <p:nvPr>
            <p:ph idx="1"/>
          </p:nvPr>
        </p:nvSpPr>
        <p:spPr/>
        <p:txBody>
          <a:bodyPr/>
          <a:lstStyle/>
          <a:p>
            <a:r>
              <a:rPr lang="en-US" dirty="0"/>
              <a:t>Random numbers are used for games, simulations, testing, security, and privacy applications. </a:t>
            </a:r>
            <a:endParaRPr lang="en-US" dirty="0" smtClean="0"/>
          </a:p>
          <a:p>
            <a:r>
              <a:rPr lang="en-US" dirty="0" smtClean="0"/>
              <a:t>Python </a:t>
            </a:r>
            <a:r>
              <a:rPr lang="en-US" dirty="0"/>
              <a:t>includes following functions that are commonly used</a:t>
            </a:r>
            <a:r>
              <a:rPr lang="en-US" dirty="0" smtClean="0"/>
              <a:t>.</a:t>
            </a:r>
          </a:p>
          <a:p>
            <a:r>
              <a:rPr lang="en-US" dirty="0">
                <a:hlinkClick r:id="rId2"/>
              </a:rPr>
              <a:t>choice(</a:t>
            </a:r>
            <a:r>
              <a:rPr lang="en-US" dirty="0" err="1">
                <a:hlinkClick r:id="rId2"/>
              </a:rPr>
              <a:t>seq</a:t>
            </a:r>
            <a:r>
              <a:rPr lang="en-US" dirty="0" smtClean="0">
                <a:hlinkClick r:id="rId2"/>
              </a:rPr>
              <a:t>)</a:t>
            </a:r>
            <a:endParaRPr lang="en-US" dirty="0" smtClean="0"/>
          </a:p>
          <a:p>
            <a:r>
              <a:rPr lang="en-US" dirty="0"/>
              <a:t>A random item from a list, tuple, or string</a:t>
            </a:r>
            <a:r>
              <a:rPr lang="en-US" dirty="0" smtClean="0"/>
              <a:t>.</a:t>
            </a:r>
          </a:p>
          <a:p>
            <a:r>
              <a:rPr lang="en-US" sz="2400" dirty="0"/>
              <a:t>import </a:t>
            </a:r>
            <a:r>
              <a:rPr lang="en-US" sz="2400" dirty="0" smtClean="0"/>
              <a:t>random // import random module	</a:t>
            </a:r>
            <a:r>
              <a:rPr lang="en-US" sz="2400" dirty="0"/>
              <a:t>	</a:t>
            </a:r>
            <a:r>
              <a:rPr lang="en-US" sz="2400" dirty="0" smtClean="0"/>
              <a:t> print</a:t>
            </a:r>
            <a:r>
              <a:rPr lang="en-US" sz="2400" dirty="0"/>
              <a:t>("choice([1, 2, 3, 5, 9]) : ", </a:t>
            </a:r>
            <a:r>
              <a:rPr lang="en-US" sz="2400" dirty="0" err="1"/>
              <a:t>random.choice</a:t>
            </a:r>
            <a:r>
              <a:rPr lang="en-US" sz="2400" dirty="0"/>
              <a:t>([1, 2, 3, 5, 9</a:t>
            </a:r>
            <a:r>
              <a:rPr lang="en-US" sz="2400" dirty="0" smtClean="0"/>
              <a:t>])) print</a:t>
            </a:r>
            <a:r>
              <a:rPr lang="en-US" sz="2400" dirty="0"/>
              <a:t>("choice('A String') : ", </a:t>
            </a:r>
            <a:r>
              <a:rPr lang="en-US" sz="2400" dirty="0" err="1"/>
              <a:t>random.choice</a:t>
            </a:r>
            <a:r>
              <a:rPr lang="en-US" sz="2400" dirty="0"/>
              <a:t>('A String</a:t>
            </a:r>
            <a:r>
              <a:rPr lang="en-US" sz="2400" dirty="0" smtClean="0"/>
              <a:t>'))</a:t>
            </a:r>
          </a:p>
          <a:p>
            <a:r>
              <a:rPr lang="en-US" sz="2400" dirty="0"/>
              <a:t>choice([1, 2, 3, 5, 9]) :  </a:t>
            </a:r>
            <a:r>
              <a:rPr lang="en-US" sz="2400" dirty="0" smtClean="0"/>
              <a:t>3					 choice</a:t>
            </a:r>
            <a:r>
              <a:rPr lang="en-US" sz="2400" dirty="0"/>
              <a:t>('A String') :  S</a:t>
            </a:r>
          </a:p>
          <a:p>
            <a:endParaRPr lang="en-US" sz="2400" dirty="0"/>
          </a:p>
        </p:txBody>
      </p:sp>
      <p:sp>
        <p:nvSpPr>
          <p:cNvPr id="4" name="Slide Number Placeholder 3"/>
          <p:cNvSpPr>
            <a:spLocks noGrp="1"/>
          </p:cNvSpPr>
          <p:nvPr>
            <p:ph type="sldNum" sz="quarter" idx="10"/>
          </p:nvPr>
        </p:nvSpPr>
        <p:spPr/>
        <p:txBody>
          <a:bodyPr/>
          <a:lstStyle/>
          <a:p>
            <a:fld id="{A23C1B03-0993-4B56-8AC7-1F376C495DCC}" type="slidenum">
              <a:rPr lang="en-US" smtClean="0"/>
              <a:pPr/>
              <a:t>13</a:t>
            </a:fld>
            <a:endParaRPr lang="en-US"/>
          </a:p>
        </p:txBody>
      </p:sp>
    </p:spTree>
    <p:extLst>
      <p:ext uri="{BB962C8B-B14F-4D97-AF65-F5344CB8AC3E}">
        <p14:creationId xmlns:p14="http://schemas.microsoft.com/office/powerpoint/2010/main" xmlns="" val="154171721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Random Number Functions</a:t>
            </a:r>
            <a:endParaRPr lang="en-US" dirty="0"/>
          </a:p>
        </p:txBody>
      </p:sp>
      <p:sp>
        <p:nvSpPr>
          <p:cNvPr id="3" name="Content Placeholder 2"/>
          <p:cNvSpPr>
            <a:spLocks noGrp="1"/>
          </p:cNvSpPr>
          <p:nvPr>
            <p:ph idx="1"/>
          </p:nvPr>
        </p:nvSpPr>
        <p:spPr/>
        <p:txBody>
          <a:bodyPr/>
          <a:lstStyle/>
          <a:p>
            <a:r>
              <a:rPr lang="en-US" dirty="0" err="1">
                <a:hlinkClick r:id="rId2"/>
              </a:rPr>
              <a:t>randrange</a:t>
            </a:r>
            <a:r>
              <a:rPr lang="en-US" dirty="0">
                <a:hlinkClick r:id="rId2"/>
              </a:rPr>
              <a:t> ([start,] stop [,step</a:t>
            </a:r>
            <a:r>
              <a:rPr lang="en-US" dirty="0" smtClean="0">
                <a:hlinkClick r:id="rId2"/>
              </a:rPr>
              <a:t>])</a:t>
            </a:r>
            <a:endParaRPr lang="en-US" dirty="0" smtClean="0"/>
          </a:p>
          <a:p>
            <a:r>
              <a:rPr lang="en-US" dirty="0"/>
              <a:t>A randomly selected element from range(start, stop, step</a:t>
            </a:r>
            <a:r>
              <a:rPr lang="en-US" dirty="0" smtClean="0"/>
              <a:t>)</a:t>
            </a:r>
          </a:p>
          <a:p>
            <a:endParaRPr lang="en-US" sz="2000" dirty="0" smtClean="0"/>
          </a:p>
          <a:p>
            <a:r>
              <a:rPr lang="en-US" sz="2000" dirty="0" smtClean="0"/>
              <a:t>import random							 # </a:t>
            </a:r>
            <a:r>
              <a:rPr lang="en-US" sz="2000" dirty="0"/>
              <a:t>Select an even number in 100 </a:t>
            </a:r>
            <a:r>
              <a:rPr lang="en-US" sz="2000" dirty="0" smtClean="0"/>
              <a:t>&gt;= </a:t>
            </a:r>
            <a:r>
              <a:rPr lang="en-US" sz="2000" dirty="0"/>
              <a:t>number &lt; </a:t>
            </a:r>
            <a:r>
              <a:rPr lang="en-US" sz="2000" dirty="0" smtClean="0"/>
              <a:t>1000	 print</a:t>
            </a:r>
            <a:r>
              <a:rPr lang="en-US" sz="2000" dirty="0"/>
              <a:t>("</a:t>
            </a:r>
            <a:r>
              <a:rPr lang="en-US" sz="2000" dirty="0" err="1"/>
              <a:t>randrange</a:t>
            </a:r>
            <a:r>
              <a:rPr lang="en-US" sz="2000" dirty="0"/>
              <a:t>(100, 1000, </a:t>
            </a:r>
            <a:r>
              <a:rPr lang="en-US" sz="2000" dirty="0" smtClean="0"/>
              <a:t>2) </a:t>
            </a:r>
            <a:r>
              <a:rPr lang="en-US" sz="2000" dirty="0"/>
              <a:t>: ", </a:t>
            </a:r>
            <a:r>
              <a:rPr lang="en-US" sz="2000" dirty="0" err="1"/>
              <a:t>random.randrange</a:t>
            </a:r>
            <a:r>
              <a:rPr lang="en-US" sz="2000" dirty="0"/>
              <a:t>(100, 1000, 2</a:t>
            </a:r>
            <a:r>
              <a:rPr lang="en-US" sz="2000" dirty="0" smtClean="0"/>
              <a:t>))		 # </a:t>
            </a:r>
            <a:r>
              <a:rPr lang="en-US" sz="2000" dirty="0"/>
              <a:t>Select another number in 100 &lt;= number &lt; </a:t>
            </a:r>
            <a:r>
              <a:rPr lang="en-US" sz="2000" dirty="0" smtClean="0"/>
              <a:t>1000		 print</a:t>
            </a:r>
            <a:r>
              <a:rPr lang="en-US" sz="2000" dirty="0"/>
              <a:t>("</a:t>
            </a:r>
            <a:r>
              <a:rPr lang="en-US" sz="2000" dirty="0" err="1"/>
              <a:t>randrange</a:t>
            </a:r>
            <a:r>
              <a:rPr lang="en-US" sz="2000" dirty="0"/>
              <a:t>(100, 1000, 3) </a:t>
            </a:r>
            <a:r>
              <a:rPr lang="en-US" sz="2000" dirty="0" smtClean="0"/>
              <a:t>: </a:t>
            </a:r>
            <a:r>
              <a:rPr lang="en-US" sz="2000" dirty="0"/>
              <a:t>", </a:t>
            </a:r>
            <a:r>
              <a:rPr lang="en-US" sz="2000" dirty="0" err="1"/>
              <a:t>random.randrange</a:t>
            </a:r>
            <a:r>
              <a:rPr lang="en-US" sz="2000" dirty="0"/>
              <a:t>(100, 1000</a:t>
            </a:r>
            <a:r>
              <a:rPr lang="en-US" sz="2000" dirty="0" smtClean="0"/>
              <a:t>))</a:t>
            </a:r>
          </a:p>
          <a:p>
            <a:endParaRPr lang="en-US" sz="2000" dirty="0" smtClean="0"/>
          </a:p>
          <a:p>
            <a:r>
              <a:rPr lang="en-US" dirty="0" err="1" smtClean="0"/>
              <a:t>randrange</a:t>
            </a:r>
            <a:r>
              <a:rPr lang="en-US" dirty="0" smtClean="0"/>
              <a:t>(100</a:t>
            </a:r>
            <a:r>
              <a:rPr lang="en-US" dirty="0"/>
              <a:t>, 1000, </a:t>
            </a:r>
            <a:r>
              <a:rPr lang="en-US" dirty="0" smtClean="0"/>
              <a:t>2) </a:t>
            </a:r>
            <a:r>
              <a:rPr lang="en-US" dirty="0"/>
              <a:t>:  </a:t>
            </a:r>
            <a:r>
              <a:rPr lang="en-US" dirty="0" smtClean="0"/>
              <a:t>952	</a:t>
            </a:r>
            <a:r>
              <a:rPr lang="en-US" dirty="0"/>
              <a:t>	</a:t>
            </a:r>
            <a:r>
              <a:rPr lang="en-US" dirty="0" smtClean="0"/>
              <a:t> </a:t>
            </a:r>
            <a:r>
              <a:rPr lang="en-US" dirty="0" err="1" smtClean="0"/>
              <a:t>randrange</a:t>
            </a:r>
            <a:r>
              <a:rPr lang="en-US" dirty="0" smtClean="0"/>
              <a:t>(100</a:t>
            </a:r>
            <a:r>
              <a:rPr lang="en-US" dirty="0"/>
              <a:t>, 1000, 3) :  778</a:t>
            </a:r>
          </a:p>
          <a:p>
            <a:endParaRPr lang="en-US" sz="2000" dirty="0"/>
          </a:p>
        </p:txBody>
      </p:sp>
      <p:sp>
        <p:nvSpPr>
          <p:cNvPr id="4" name="Slide Number Placeholder 3"/>
          <p:cNvSpPr>
            <a:spLocks noGrp="1"/>
          </p:cNvSpPr>
          <p:nvPr>
            <p:ph type="sldNum" sz="quarter" idx="10"/>
          </p:nvPr>
        </p:nvSpPr>
        <p:spPr/>
        <p:txBody>
          <a:bodyPr/>
          <a:lstStyle/>
          <a:p>
            <a:fld id="{A23C1B03-0993-4B56-8AC7-1F376C495DCC}" type="slidenum">
              <a:rPr lang="en-US" smtClean="0"/>
              <a:pPr/>
              <a:t>14</a:t>
            </a:fld>
            <a:endParaRPr lang="en-US"/>
          </a:p>
        </p:txBody>
      </p:sp>
    </p:spTree>
    <p:extLst>
      <p:ext uri="{BB962C8B-B14F-4D97-AF65-F5344CB8AC3E}">
        <p14:creationId xmlns:p14="http://schemas.microsoft.com/office/powerpoint/2010/main" xmlns="" val="372995747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Random Number Functions</a:t>
            </a:r>
            <a:endParaRPr lang="en-US" dirty="0"/>
          </a:p>
        </p:txBody>
      </p:sp>
      <p:sp>
        <p:nvSpPr>
          <p:cNvPr id="3" name="Content Placeholder 2"/>
          <p:cNvSpPr>
            <a:spLocks noGrp="1"/>
          </p:cNvSpPr>
          <p:nvPr>
            <p:ph idx="1"/>
          </p:nvPr>
        </p:nvSpPr>
        <p:spPr/>
        <p:txBody>
          <a:bodyPr/>
          <a:lstStyle/>
          <a:p>
            <a:r>
              <a:rPr lang="en-US" dirty="0">
                <a:hlinkClick r:id="rId2"/>
              </a:rPr>
              <a:t>random</a:t>
            </a:r>
            <a:r>
              <a:rPr lang="en-US" dirty="0" smtClean="0">
                <a:hlinkClick r:id="rId2"/>
              </a:rPr>
              <a:t>()</a:t>
            </a:r>
            <a:endParaRPr lang="en-US" dirty="0" smtClean="0"/>
          </a:p>
          <a:p>
            <a:r>
              <a:rPr lang="en-US" dirty="0"/>
              <a:t>A random float r, such that 0 is </a:t>
            </a:r>
            <a:r>
              <a:rPr lang="en-US" dirty="0" smtClean="0"/>
              <a:t>greater </a:t>
            </a:r>
            <a:r>
              <a:rPr lang="en-US" dirty="0"/>
              <a:t>than or equal to r and r is less than </a:t>
            </a:r>
            <a:r>
              <a:rPr lang="en-US" dirty="0" smtClean="0"/>
              <a:t>1</a:t>
            </a:r>
          </a:p>
          <a:p>
            <a:r>
              <a:rPr lang="en-US" dirty="0"/>
              <a:t>import </a:t>
            </a:r>
            <a:r>
              <a:rPr lang="en-US" dirty="0" smtClean="0"/>
              <a:t>random							 # </a:t>
            </a:r>
            <a:r>
              <a:rPr lang="en-US" dirty="0"/>
              <a:t>First random </a:t>
            </a:r>
            <a:r>
              <a:rPr lang="en-US" dirty="0" smtClean="0"/>
              <a:t>number				 print</a:t>
            </a:r>
            <a:r>
              <a:rPr lang="en-US" dirty="0"/>
              <a:t>("random() : ", </a:t>
            </a:r>
            <a:r>
              <a:rPr lang="en-US" dirty="0" err="1"/>
              <a:t>random.random</a:t>
            </a:r>
            <a:r>
              <a:rPr lang="en-US" dirty="0" smtClean="0"/>
              <a:t>())			 # </a:t>
            </a:r>
            <a:r>
              <a:rPr lang="en-US" dirty="0"/>
              <a:t>Second random </a:t>
            </a:r>
            <a:r>
              <a:rPr lang="en-US" dirty="0" smtClean="0"/>
              <a:t>number			 print</a:t>
            </a:r>
            <a:r>
              <a:rPr lang="en-US" dirty="0"/>
              <a:t>("random() : ", </a:t>
            </a:r>
            <a:r>
              <a:rPr lang="en-US" dirty="0" err="1"/>
              <a:t>random.random</a:t>
            </a:r>
            <a:r>
              <a:rPr lang="en-US" dirty="0" smtClean="0"/>
              <a:t>())</a:t>
            </a:r>
          </a:p>
          <a:p>
            <a:r>
              <a:rPr lang="en-US" dirty="0"/>
              <a:t>random() :  </a:t>
            </a:r>
            <a:r>
              <a:rPr lang="en-US" dirty="0" smtClean="0"/>
              <a:t>0.08329820677789013			 random</a:t>
            </a:r>
            <a:r>
              <a:rPr lang="en-US" dirty="0"/>
              <a:t>() :  0.14134733186350834</a:t>
            </a:r>
          </a:p>
        </p:txBody>
      </p:sp>
      <p:sp>
        <p:nvSpPr>
          <p:cNvPr id="4" name="Slide Number Placeholder 3"/>
          <p:cNvSpPr>
            <a:spLocks noGrp="1"/>
          </p:cNvSpPr>
          <p:nvPr>
            <p:ph type="sldNum" sz="quarter" idx="10"/>
          </p:nvPr>
        </p:nvSpPr>
        <p:spPr/>
        <p:txBody>
          <a:bodyPr/>
          <a:lstStyle/>
          <a:p>
            <a:fld id="{A23C1B03-0993-4B56-8AC7-1F376C495DCC}" type="slidenum">
              <a:rPr lang="en-US" smtClean="0"/>
              <a:pPr/>
              <a:t>15</a:t>
            </a:fld>
            <a:endParaRPr lang="en-US"/>
          </a:p>
        </p:txBody>
      </p:sp>
    </p:spTree>
    <p:extLst>
      <p:ext uri="{BB962C8B-B14F-4D97-AF65-F5344CB8AC3E}">
        <p14:creationId xmlns:p14="http://schemas.microsoft.com/office/powerpoint/2010/main" xmlns="" val="123110127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Random Number Functions</a:t>
            </a:r>
            <a:endParaRPr lang="en-US" dirty="0"/>
          </a:p>
        </p:txBody>
      </p:sp>
      <p:sp>
        <p:nvSpPr>
          <p:cNvPr id="3" name="Content Placeholder 2"/>
          <p:cNvSpPr>
            <a:spLocks noGrp="1"/>
          </p:cNvSpPr>
          <p:nvPr>
            <p:ph idx="1"/>
          </p:nvPr>
        </p:nvSpPr>
        <p:spPr>
          <a:xfrm>
            <a:off x="457200" y="1143000"/>
            <a:ext cx="8574088" cy="5715000"/>
          </a:xfrm>
        </p:spPr>
        <p:txBody>
          <a:bodyPr/>
          <a:lstStyle/>
          <a:p>
            <a:r>
              <a:rPr lang="en-US" sz="2400" dirty="0">
                <a:hlinkClick r:id="rId2"/>
              </a:rPr>
              <a:t>seed([x</a:t>
            </a:r>
            <a:r>
              <a:rPr lang="en-US" sz="2400" dirty="0" smtClean="0">
                <a:hlinkClick r:id="rId2"/>
              </a:rPr>
              <a:t>])</a:t>
            </a:r>
            <a:endParaRPr lang="en-US" sz="2400" dirty="0" smtClean="0"/>
          </a:p>
          <a:p>
            <a:r>
              <a:rPr lang="en-US" sz="2000" dirty="0"/>
              <a:t>Sets the integer starting value used in generating random numbers. Call this function before calling any other random module function</a:t>
            </a:r>
            <a:r>
              <a:rPr lang="en-US" sz="2000" dirty="0" smtClean="0"/>
              <a:t>.</a:t>
            </a:r>
          </a:p>
          <a:p>
            <a:r>
              <a:rPr lang="en-US" sz="2000" b="1" dirty="0"/>
              <a:t>x</a:t>
            </a:r>
            <a:r>
              <a:rPr lang="en-US" sz="2000" dirty="0"/>
              <a:t> -- This is the seed for the next random number. If omitted, then it takes system time to generate next random number</a:t>
            </a:r>
            <a:r>
              <a:rPr lang="en-US" sz="2000" dirty="0" smtClean="0"/>
              <a:t>.</a:t>
            </a:r>
          </a:p>
          <a:p>
            <a:r>
              <a:rPr lang="en-US" sz="2000" dirty="0"/>
              <a:t>import </a:t>
            </a:r>
            <a:r>
              <a:rPr lang="en-US" sz="2000" dirty="0" smtClean="0"/>
              <a:t>random						 </a:t>
            </a:r>
            <a:r>
              <a:rPr lang="en-US" sz="2000" dirty="0" err="1" smtClean="0"/>
              <a:t>random.seed</a:t>
            </a:r>
            <a:r>
              <a:rPr lang="en-US" sz="2000" dirty="0" smtClean="0"/>
              <a:t>(5)						 print</a:t>
            </a:r>
            <a:r>
              <a:rPr lang="en-US" sz="2000" dirty="0"/>
              <a:t>("Random number with seed 5 : ", </a:t>
            </a:r>
            <a:r>
              <a:rPr lang="en-US" sz="2000" dirty="0" err="1"/>
              <a:t>random.random</a:t>
            </a:r>
            <a:r>
              <a:rPr lang="en-US" sz="2000" dirty="0" smtClean="0"/>
              <a:t>())			 # </a:t>
            </a:r>
            <a:r>
              <a:rPr lang="en-US" sz="2000" dirty="0"/>
              <a:t>It will generate random </a:t>
            </a:r>
            <a:r>
              <a:rPr lang="en-US" sz="2000" dirty="0" smtClean="0"/>
              <a:t>number				 </a:t>
            </a:r>
            <a:r>
              <a:rPr lang="en-US" sz="2000" dirty="0" err="1" smtClean="0"/>
              <a:t>random.seed</a:t>
            </a:r>
            <a:r>
              <a:rPr lang="en-US" sz="2000" dirty="0" smtClean="0"/>
              <a:t>(10)						 print</a:t>
            </a:r>
            <a:r>
              <a:rPr lang="en-US" sz="2000" dirty="0"/>
              <a:t>("Random number with seed 10 : ", </a:t>
            </a:r>
            <a:r>
              <a:rPr lang="en-US" sz="2000" dirty="0" err="1"/>
              <a:t>random.random</a:t>
            </a:r>
            <a:r>
              <a:rPr lang="en-US" sz="2000" dirty="0" smtClean="0"/>
              <a:t>())			 # </a:t>
            </a:r>
            <a:r>
              <a:rPr lang="en-US" sz="2000" dirty="0"/>
              <a:t>It will generate same random </a:t>
            </a:r>
            <a:r>
              <a:rPr lang="en-US" sz="2000" dirty="0" smtClean="0"/>
              <a:t>number				 </a:t>
            </a:r>
            <a:r>
              <a:rPr lang="en-US" sz="2000" dirty="0" err="1" smtClean="0"/>
              <a:t>random.seed</a:t>
            </a:r>
            <a:r>
              <a:rPr lang="en-US" sz="2000" dirty="0" smtClean="0"/>
              <a:t>(5)						 print</a:t>
            </a:r>
            <a:r>
              <a:rPr lang="en-US" sz="2000" dirty="0"/>
              <a:t>("Random number with seed 5 : ", </a:t>
            </a:r>
            <a:r>
              <a:rPr lang="en-US" sz="2000" dirty="0" err="1"/>
              <a:t>random.random</a:t>
            </a:r>
            <a:r>
              <a:rPr lang="en-US" sz="2000" dirty="0" smtClean="0"/>
              <a:t>())</a:t>
            </a:r>
          </a:p>
          <a:p>
            <a:r>
              <a:rPr lang="en-US" sz="2000" dirty="0"/>
              <a:t>Random number with seed 5 :  </a:t>
            </a:r>
            <a:r>
              <a:rPr lang="en-US" sz="2000" dirty="0" smtClean="0"/>
              <a:t>0.6229016948897019			 Random </a:t>
            </a:r>
            <a:r>
              <a:rPr lang="en-US" sz="2000" dirty="0"/>
              <a:t>number with seed 10 :  </a:t>
            </a:r>
            <a:r>
              <a:rPr lang="en-US" sz="2000" dirty="0" smtClean="0"/>
              <a:t>0.5714025946899135			 Random </a:t>
            </a:r>
            <a:r>
              <a:rPr lang="en-US" sz="2000" dirty="0"/>
              <a:t>number with seed 5 :  0.6229016948897019</a:t>
            </a:r>
          </a:p>
          <a:p>
            <a:endParaRPr lang="en-US" sz="2000" dirty="0" smtClean="0"/>
          </a:p>
          <a:p>
            <a:endParaRPr lang="en-US" dirty="0"/>
          </a:p>
        </p:txBody>
      </p:sp>
      <p:sp>
        <p:nvSpPr>
          <p:cNvPr id="4" name="Slide Number Placeholder 3"/>
          <p:cNvSpPr>
            <a:spLocks noGrp="1"/>
          </p:cNvSpPr>
          <p:nvPr>
            <p:ph type="sldNum" sz="quarter" idx="10"/>
          </p:nvPr>
        </p:nvSpPr>
        <p:spPr/>
        <p:txBody>
          <a:bodyPr/>
          <a:lstStyle/>
          <a:p>
            <a:fld id="{A23C1B03-0993-4B56-8AC7-1F376C495DCC}" type="slidenum">
              <a:rPr lang="en-US" smtClean="0"/>
              <a:pPr/>
              <a:t>16</a:t>
            </a:fld>
            <a:endParaRPr lang="en-US"/>
          </a:p>
        </p:txBody>
      </p:sp>
    </p:spTree>
    <p:extLst>
      <p:ext uri="{BB962C8B-B14F-4D97-AF65-F5344CB8AC3E}">
        <p14:creationId xmlns:p14="http://schemas.microsoft.com/office/powerpoint/2010/main" xmlns="" val="187494985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Random Number Functions</a:t>
            </a:r>
            <a:endParaRPr lang="en-US" dirty="0"/>
          </a:p>
        </p:txBody>
      </p:sp>
      <p:sp>
        <p:nvSpPr>
          <p:cNvPr id="3" name="Content Placeholder 2"/>
          <p:cNvSpPr>
            <a:spLocks noGrp="1"/>
          </p:cNvSpPr>
          <p:nvPr>
            <p:ph idx="1"/>
          </p:nvPr>
        </p:nvSpPr>
        <p:spPr/>
        <p:txBody>
          <a:bodyPr/>
          <a:lstStyle/>
          <a:p>
            <a:r>
              <a:rPr lang="en-US" dirty="0">
                <a:hlinkClick r:id="rId2"/>
              </a:rPr>
              <a:t>uniform(x, y</a:t>
            </a:r>
            <a:r>
              <a:rPr lang="en-US" dirty="0" smtClean="0">
                <a:hlinkClick r:id="rId2"/>
              </a:rPr>
              <a:t>)</a:t>
            </a:r>
            <a:endParaRPr lang="en-US" dirty="0" smtClean="0"/>
          </a:p>
          <a:p>
            <a:r>
              <a:rPr lang="en-US" dirty="0"/>
              <a:t>A random float r, such that x is less than or equal to r and r is less than y </a:t>
            </a:r>
            <a:endParaRPr lang="en-US" dirty="0" smtClean="0"/>
          </a:p>
          <a:p>
            <a:endParaRPr lang="en-US" sz="2400" dirty="0" smtClean="0"/>
          </a:p>
          <a:p>
            <a:r>
              <a:rPr lang="en-US" sz="2400" dirty="0" smtClean="0"/>
              <a:t>import random						 print</a:t>
            </a:r>
            <a:r>
              <a:rPr lang="en-US" sz="2400" dirty="0"/>
              <a:t>("Random Float uniform(5, 10) : ",  </a:t>
            </a:r>
            <a:r>
              <a:rPr lang="en-US" sz="2400" dirty="0" err="1"/>
              <a:t>random.uniform</a:t>
            </a:r>
            <a:r>
              <a:rPr lang="en-US" sz="2400" dirty="0"/>
              <a:t>(5, 10</a:t>
            </a:r>
            <a:r>
              <a:rPr lang="en-US" sz="2400" dirty="0" smtClean="0"/>
              <a:t>)) print</a:t>
            </a:r>
            <a:r>
              <a:rPr lang="en-US" sz="2400" dirty="0"/>
              <a:t>("Random Float uniform(7, 14) : ",  </a:t>
            </a:r>
            <a:r>
              <a:rPr lang="en-US" sz="2400" dirty="0" err="1"/>
              <a:t>random.uniform</a:t>
            </a:r>
            <a:r>
              <a:rPr lang="en-US" sz="2400" dirty="0"/>
              <a:t>(7, 14</a:t>
            </a:r>
            <a:r>
              <a:rPr lang="en-US" sz="2400" dirty="0" smtClean="0"/>
              <a:t>))</a:t>
            </a:r>
          </a:p>
          <a:p>
            <a:endParaRPr lang="da-DK" sz="2400" dirty="0" smtClean="0"/>
          </a:p>
          <a:p>
            <a:r>
              <a:rPr lang="da-DK" sz="2400" dirty="0" smtClean="0"/>
              <a:t>Random </a:t>
            </a:r>
            <a:r>
              <a:rPr lang="da-DK" sz="2400" dirty="0"/>
              <a:t>Float uniform(5, 10) :  </a:t>
            </a:r>
            <a:r>
              <a:rPr lang="da-DK" sz="2400" dirty="0" smtClean="0"/>
              <a:t>5.839046818384937		 Random </a:t>
            </a:r>
            <a:r>
              <a:rPr lang="da-DK" sz="2400" dirty="0"/>
              <a:t>Float uniform(7, 14) :  8.712806279049913</a:t>
            </a:r>
            <a:endParaRPr lang="en-US" sz="2400" dirty="0"/>
          </a:p>
        </p:txBody>
      </p:sp>
      <p:sp>
        <p:nvSpPr>
          <p:cNvPr id="4" name="Slide Number Placeholder 3"/>
          <p:cNvSpPr>
            <a:spLocks noGrp="1"/>
          </p:cNvSpPr>
          <p:nvPr>
            <p:ph type="sldNum" sz="quarter" idx="10"/>
          </p:nvPr>
        </p:nvSpPr>
        <p:spPr/>
        <p:txBody>
          <a:bodyPr/>
          <a:lstStyle/>
          <a:p>
            <a:fld id="{A23C1B03-0993-4B56-8AC7-1F376C495DCC}" type="slidenum">
              <a:rPr lang="en-US" smtClean="0"/>
              <a:pPr/>
              <a:t>17</a:t>
            </a:fld>
            <a:endParaRPr lang="en-US"/>
          </a:p>
        </p:txBody>
      </p:sp>
    </p:spTree>
    <p:extLst>
      <p:ext uri="{BB962C8B-B14F-4D97-AF65-F5344CB8AC3E}">
        <p14:creationId xmlns:p14="http://schemas.microsoft.com/office/powerpoint/2010/main" xmlns="" val="143781553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Trigonometric </a:t>
            </a:r>
            <a:r>
              <a:rPr lang="en-US" b="1" dirty="0" smtClean="0"/>
              <a:t>Functions</a:t>
            </a:r>
            <a:endParaRPr lang="en-US"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xmlns="" val="982087876"/>
              </p:ext>
            </p:extLst>
          </p:nvPr>
        </p:nvGraphicFramePr>
        <p:xfrm>
          <a:off x="457200" y="1874520"/>
          <a:ext cx="8574088" cy="4023360"/>
        </p:xfrm>
        <a:graphic>
          <a:graphicData uri="http://schemas.openxmlformats.org/drawingml/2006/table">
            <a:tbl>
              <a:tblPr/>
              <a:tblGrid>
                <a:gridCol w="4287044"/>
                <a:gridCol w="4287044"/>
              </a:tblGrid>
              <a:tr h="0">
                <a:tc>
                  <a:txBody>
                    <a:bodyPr/>
                    <a:lstStyle/>
                    <a:p>
                      <a:r>
                        <a:rPr lang="en-US" b="1" dirty="0">
                          <a:effectLst/>
                        </a:rPr>
                        <a:t>Function</a:t>
                      </a:r>
                    </a:p>
                  </a:txBody>
                  <a:tcPr anchor="ctr">
                    <a:lnL>
                      <a:noFill/>
                    </a:lnL>
                    <a:lnR>
                      <a:noFill/>
                    </a:lnR>
                    <a:lnT>
                      <a:noFill/>
                    </a:lnT>
                    <a:lnB>
                      <a:noFill/>
                    </a:lnB>
                  </a:tcPr>
                </a:tc>
                <a:tc>
                  <a:txBody>
                    <a:bodyPr/>
                    <a:lstStyle/>
                    <a:p>
                      <a:r>
                        <a:rPr lang="en-US" b="1" dirty="0"/>
                        <a:t>Description</a:t>
                      </a:r>
                    </a:p>
                  </a:txBody>
                  <a:tcPr anchor="ctr">
                    <a:lnL>
                      <a:noFill/>
                    </a:lnL>
                    <a:lnR>
                      <a:noFill/>
                    </a:lnR>
                    <a:lnT>
                      <a:noFill/>
                    </a:lnT>
                    <a:lnB>
                      <a:noFill/>
                    </a:lnB>
                  </a:tcPr>
                </a:tc>
              </a:tr>
              <a:tr h="0">
                <a:tc>
                  <a:txBody>
                    <a:bodyPr/>
                    <a:lstStyle/>
                    <a:p>
                      <a:r>
                        <a:rPr lang="en-US" dirty="0" err="1">
                          <a:hlinkClick r:id="rId2"/>
                        </a:rPr>
                        <a:t>acos</a:t>
                      </a:r>
                      <a:r>
                        <a:rPr lang="en-US" dirty="0">
                          <a:hlinkClick r:id="rId2"/>
                        </a:rPr>
                        <a:t>(x)</a:t>
                      </a:r>
                      <a:endParaRPr lang="en-US" dirty="0"/>
                    </a:p>
                  </a:txBody>
                  <a:tcPr anchor="ctr">
                    <a:lnL>
                      <a:noFill/>
                    </a:lnL>
                    <a:lnR>
                      <a:noFill/>
                    </a:lnR>
                    <a:lnT>
                      <a:noFill/>
                    </a:lnT>
                    <a:lnB>
                      <a:noFill/>
                    </a:lnB>
                  </a:tcPr>
                </a:tc>
                <a:tc>
                  <a:txBody>
                    <a:bodyPr/>
                    <a:lstStyle/>
                    <a:p>
                      <a:r>
                        <a:rPr lang="en-US"/>
                        <a:t>Return the arc cosine of x, in radians.</a:t>
                      </a:r>
                    </a:p>
                  </a:txBody>
                  <a:tcPr anchor="ctr">
                    <a:lnL>
                      <a:noFill/>
                    </a:lnL>
                    <a:lnR>
                      <a:noFill/>
                    </a:lnR>
                    <a:lnT>
                      <a:noFill/>
                    </a:lnT>
                    <a:lnB>
                      <a:noFill/>
                    </a:lnB>
                  </a:tcPr>
                </a:tc>
              </a:tr>
              <a:tr h="0">
                <a:tc>
                  <a:txBody>
                    <a:bodyPr/>
                    <a:lstStyle/>
                    <a:p>
                      <a:r>
                        <a:rPr lang="en-US">
                          <a:hlinkClick r:id="rId3"/>
                        </a:rPr>
                        <a:t>asin(x)</a:t>
                      </a:r>
                      <a:endParaRPr lang="en-US"/>
                    </a:p>
                  </a:txBody>
                  <a:tcPr anchor="ctr">
                    <a:lnL>
                      <a:noFill/>
                    </a:lnL>
                    <a:lnR>
                      <a:noFill/>
                    </a:lnR>
                    <a:lnT>
                      <a:noFill/>
                    </a:lnT>
                    <a:lnB>
                      <a:noFill/>
                    </a:lnB>
                  </a:tcPr>
                </a:tc>
                <a:tc>
                  <a:txBody>
                    <a:bodyPr/>
                    <a:lstStyle/>
                    <a:p>
                      <a:r>
                        <a:rPr lang="en-US"/>
                        <a:t>Return the arc sine of x, in radians.</a:t>
                      </a:r>
                    </a:p>
                  </a:txBody>
                  <a:tcPr anchor="ctr">
                    <a:lnL>
                      <a:noFill/>
                    </a:lnL>
                    <a:lnR>
                      <a:noFill/>
                    </a:lnR>
                    <a:lnT>
                      <a:noFill/>
                    </a:lnT>
                    <a:lnB>
                      <a:noFill/>
                    </a:lnB>
                  </a:tcPr>
                </a:tc>
              </a:tr>
              <a:tr h="0">
                <a:tc>
                  <a:txBody>
                    <a:bodyPr/>
                    <a:lstStyle/>
                    <a:p>
                      <a:r>
                        <a:rPr lang="en-US" dirty="0" err="1">
                          <a:hlinkClick r:id="rId4"/>
                        </a:rPr>
                        <a:t>atan</a:t>
                      </a:r>
                      <a:r>
                        <a:rPr lang="en-US" dirty="0">
                          <a:hlinkClick r:id="rId4"/>
                        </a:rPr>
                        <a:t>(x</a:t>
                      </a:r>
                      <a:r>
                        <a:rPr lang="en-US" dirty="0" smtClean="0">
                          <a:hlinkClick r:id="rId4"/>
                        </a:rPr>
                        <a:t>)</a:t>
                      </a:r>
                      <a:r>
                        <a:rPr lang="en-US" dirty="0" smtClean="0"/>
                        <a:t> </a:t>
                      </a:r>
                      <a:endParaRPr lang="en-US" dirty="0"/>
                    </a:p>
                  </a:txBody>
                  <a:tcPr anchor="ctr">
                    <a:lnL>
                      <a:noFill/>
                    </a:lnL>
                    <a:lnR>
                      <a:noFill/>
                    </a:lnR>
                    <a:lnT>
                      <a:noFill/>
                    </a:lnT>
                    <a:lnB>
                      <a:noFill/>
                    </a:lnB>
                  </a:tcPr>
                </a:tc>
                <a:tc>
                  <a:txBody>
                    <a:bodyPr/>
                    <a:lstStyle/>
                    <a:p>
                      <a:r>
                        <a:rPr lang="en-US"/>
                        <a:t>Return the arc tangent of x, in radians.</a:t>
                      </a:r>
                    </a:p>
                  </a:txBody>
                  <a:tcPr anchor="ctr">
                    <a:lnL>
                      <a:noFill/>
                    </a:lnL>
                    <a:lnR>
                      <a:noFill/>
                    </a:lnR>
                    <a:lnT>
                      <a:noFill/>
                    </a:lnT>
                    <a:lnB>
                      <a:noFill/>
                    </a:lnB>
                  </a:tcPr>
                </a:tc>
              </a:tr>
              <a:tr h="0">
                <a:tc>
                  <a:txBody>
                    <a:bodyPr/>
                    <a:lstStyle/>
                    <a:p>
                      <a:r>
                        <a:rPr lang="en-US">
                          <a:hlinkClick r:id="rId5"/>
                        </a:rPr>
                        <a:t>atan2(y, x)</a:t>
                      </a:r>
                      <a:endParaRPr lang="en-US"/>
                    </a:p>
                  </a:txBody>
                  <a:tcPr anchor="ctr">
                    <a:lnL>
                      <a:noFill/>
                    </a:lnL>
                    <a:lnR>
                      <a:noFill/>
                    </a:lnR>
                    <a:lnT>
                      <a:noFill/>
                    </a:lnT>
                    <a:lnB>
                      <a:noFill/>
                    </a:lnB>
                  </a:tcPr>
                </a:tc>
                <a:tc>
                  <a:txBody>
                    <a:bodyPr/>
                    <a:lstStyle/>
                    <a:p>
                      <a:r>
                        <a:rPr lang="en-US"/>
                        <a:t>Return atan(y / x), in radians. </a:t>
                      </a:r>
                    </a:p>
                  </a:txBody>
                  <a:tcPr anchor="ctr">
                    <a:lnL>
                      <a:noFill/>
                    </a:lnL>
                    <a:lnR>
                      <a:noFill/>
                    </a:lnR>
                    <a:lnT>
                      <a:noFill/>
                    </a:lnT>
                    <a:lnB>
                      <a:noFill/>
                    </a:lnB>
                  </a:tcPr>
                </a:tc>
              </a:tr>
              <a:tr h="0">
                <a:tc>
                  <a:txBody>
                    <a:bodyPr/>
                    <a:lstStyle/>
                    <a:p>
                      <a:r>
                        <a:rPr lang="en-US">
                          <a:hlinkClick r:id="rId6"/>
                        </a:rPr>
                        <a:t>cos(x)</a:t>
                      </a:r>
                      <a:endParaRPr lang="en-US"/>
                    </a:p>
                  </a:txBody>
                  <a:tcPr anchor="ctr">
                    <a:lnL>
                      <a:noFill/>
                    </a:lnL>
                    <a:lnR>
                      <a:noFill/>
                    </a:lnR>
                    <a:lnT>
                      <a:noFill/>
                    </a:lnT>
                    <a:lnB>
                      <a:noFill/>
                    </a:lnB>
                  </a:tcPr>
                </a:tc>
                <a:tc>
                  <a:txBody>
                    <a:bodyPr/>
                    <a:lstStyle/>
                    <a:p>
                      <a:r>
                        <a:rPr lang="en-US"/>
                        <a:t>Return the cosine of x radians.</a:t>
                      </a:r>
                    </a:p>
                  </a:txBody>
                  <a:tcPr anchor="ctr">
                    <a:lnL>
                      <a:noFill/>
                    </a:lnL>
                    <a:lnR>
                      <a:noFill/>
                    </a:lnR>
                    <a:lnT>
                      <a:noFill/>
                    </a:lnT>
                    <a:lnB>
                      <a:noFill/>
                    </a:lnB>
                  </a:tcPr>
                </a:tc>
              </a:tr>
              <a:tr h="0">
                <a:tc>
                  <a:txBody>
                    <a:bodyPr/>
                    <a:lstStyle/>
                    <a:p>
                      <a:r>
                        <a:rPr lang="en-US">
                          <a:hlinkClick r:id="rId7"/>
                        </a:rPr>
                        <a:t>hypot(x, y)</a:t>
                      </a:r>
                      <a:endParaRPr lang="en-US"/>
                    </a:p>
                  </a:txBody>
                  <a:tcPr anchor="ctr">
                    <a:lnL>
                      <a:noFill/>
                    </a:lnL>
                    <a:lnR>
                      <a:noFill/>
                    </a:lnR>
                    <a:lnT>
                      <a:noFill/>
                    </a:lnT>
                    <a:lnB>
                      <a:noFill/>
                    </a:lnB>
                  </a:tcPr>
                </a:tc>
                <a:tc>
                  <a:txBody>
                    <a:bodyPr/>
                    <a:lstStyle/>
                    <a:p>
                      <a:r>
                        <a:rPr lang="en-US"/>
                        <a:t>Return the Euclidean norm, sqrt(x*x + y*y). </a:t>
                      </a:r>
                    </a:p>
                  </a:txBody>
                  <a:tcPr anchor="ctr">
                    <a:lnL>
                      <a:noFill/>
                    </a:lnL>
                    <a:lnR>
                      <a:noFill/>
                    </a:lnR>
                    <a:lnT>
                      <a:noFill/>
                    </a:lnT>
                    <a:lnB>
                      <a:noFill/>
                    </a:lnB>
                  </a:tcPr>
                </a:tc>
              </a:tr>
              <a:tr h="0">
                <a:tc>
                  <a:txBody>
                    <a:bodyPr/>
                    <a:lstStyle/>
                    <a:p>
                      <a:r>
                        <a:rPr lang="en-US">
                          <a:hlinkClick r:id="rId8"/>
                        </a:rPr>
                        <a:t>sin(x)</a:t>
                      </a:r>
                      <a:endParaRPr lang="en-US"/>
                    </a:p>
                  </a:txBody>
                  <a:tcPr anchor="ctr">
                    <a:lnL>
                      <a:noFill/>
                    </a:lnL>
                    <a:lnR>
                      <a:noFill/>
                    </a:lnR>
                    <a:lnT>
                      <a:noFill/>
                    </a:lnT>
                    <a:lnB>
                      <a:noFill/>
                    </a:lnB>
                  </a:tcPr>
                </a:tc>
                <a:tc>
                  <a:txBody>
                    <a:bodyPr/>
                    <a:lstStyle/>
                    <a:p>
                      <a:r>
                        <a:rPr lang="en-US"/>
                        <a:t>Return the sine of x radians.</a:t>
                      </a:r>
                    </a:p>
                  </a:txBody>
                  <a:tcPr anchor="ctr">
                    <a:lnL>
                      <a:noFill/>
                    </a:lnL>
                    <a:lnR>
                      <a:noFill/>
                    </a:lnR>
                    <a:lnT>
                      <a:noFill/>
                    </a:lnT>
                    <a:lnB>
                      <a:noFill/>
                    </a:lnB>
                  </a:tcPr>
                </a:tc>
              </a:tr>
              <a:tr h="0">
                <a:tc>
                  <a:txBody>
                    <a:bodyPr/>
                    <a:lstStyle/>
                    <a:p>
                      <a:r>
                        <a:rPr lang="en-US">
                          <a:hlinkClick r:id="rId9"/>
                        </a:rPr>
                        <a:t>tan(x)</a:t>
                      </a:r>
                      <a:endParaRPr lang="en-US"/>
                    </a:p>
                  </a:txBody>
                  <a:tcPr anchor="ctr">
                    <a:lnL>
                      <a:noFill/>
                    </a:lnL>
                    <a:lnR>
                      <a:noFill/>
                    </a:lnR>
                    <a:lnT>
                      <a:noFill/>
                    </a:lnT>
                    <a:lnB>
                      <a:noFill/>
                    </a:lnB>
                  </a:tcPr>
                </a:tc>
                <a:tc>
                  <a:txBody>
                    <a:bodyPr/>
                    <a:lstStyle/>
                    <a:p>
                      <a:r>
                        <a:rPr lang="en-US"/>
                        <a:t>Return the tangent of x radians.</a:t>
                      </a:r>
                    </a:p>
                  </a:txBody>
                  <a:tcPr anchor="ctr">
                    <a:lnL>
                      <a:noFill/>
                    </a:lnL>
                    <a:lnR>
                      <a:noFill/>
                    </a:lnR>
                    <a:lnT>
                      <a:noFill/>
                    </a:lnT>
                    <a:lnB>
                      <a:noFill/>
                    </a:lnB>
                  </a:tcPr>
                </a:tc>
              </a:tr>
              <a:tr h="0">
                <a:tc>
                  <a:txBody>
                    <a:bodyPr/>
                    <a:lstStyle/>
                    <a:p>
                      <a:r>
                        <a:rPr lang="en-US">
                          <a:hlinkClick r:id="rId10"/>
                        </a:rPr>
                        <a:t>degrees(x)</a:t>
                      </a:r>
                      <a:endParaRPr lang="en-US"/>
                    </a:p>
                  </a:txBody>
                  <a:tcPr anchor="ctr">
                    <a:lnL>
                      <a:noFill/>
                    </a:lnL>
                    <a:lnR>
                      <a:noFill/>
                    </a:lnR>
                    <a:lnT>
                      <a:noFill/>
                    </a:lnT>
                    <a:lnB>
                      <a:noFill/>
                    </a:lnB>
                  </a:tcPr>
                </a:tc>
                <a:tc>
                  <a:txBody>
                    <a:bodyPr/>
                    <a:lstStyle/>
                    <a:p>
                      <a:r>
                        <a:rPr lang="en-US"/>
                        <a:t>Converts angle x from radians to degrees.</a:t>
                      </a:r>
                    </a:p>
                  </a:txBody>
                  <a:tcPr anchor="ctr">
                    <a:lnL>
                      <a:noFill/>
                    </a:lnL>
                    <a:lnR>
                      <a:noFill/>
                    </a:lnR>
                    <a:lnT>
                      <a:noFill/>
                    </a:lnT>
                    <a:lnB>
                      <a:noFill/>
                    </a:lnB>
                  </a:tcPr>
                </a:tc>
              </a:tr>
              <a:tr h="0">
                <a:tc>
                  <a:txBody>
                    <a:bodyPr/>
                    <a:lstStyle/>
                    <a:p>
                      <a:r>
                        <a:rPr lang="en-US">
                          <a:hlinkClick r:id="rId11"/>
                        </a:rPr>
                        <a:t>radians(x)</a:t>
                      </a:r>
                      <a:endParaRPr lang="en-US"/>
                    </a:p>
                  </a:txBody>
                  <a:tcPr anchor="ctr">
                    <a:lnL>
                      <a:noFill/>
                    </a:lnL>
                    <a:lnR>
                      <a:noFill/>
                    </a:lnR>
                    <a:lnT>
                      <a:noFill/>
                    </a:lnT>
                    <a:lnB>
                      <a:noFill/>
                    </a:lnB>
                  </a:tcPr>
                </a:tc>
                <a:tc>
                  <a:txBody>
                    <a:bodyPr/>
                    <a:lstStyle/>
                    <a:p>
                      <a:r>
                        <a:rPr lang="en-US" dirty="0"/>
                        <a:t>Converts angle x from degrees to radians.</a:t>
                      </a:r>
                    </a:p>
                  </a:txBody>
                  <a:tcPr anchor="ctr">
                    <a:lnL>
                      <a:noFill/>
                    </a:lnL>
                    <a:lnR>
                      <a:noFill/>
                    </a:lnR>
                    <a:lnT>
                      <a:noFill/>
                    </a:lnT>
                    <a:lnB>
                      <a:noFill/>
                    </a:lnB>
                  </a:tcPr>
                </a:tc>
              </a:tr>
            </a:tbl>
          </a:graphicData>
        </a:graphic>
      </p:graphicFrame>
      <p:sp>
        <p:nvSpPr>
          <p:cNvPr id="4" name="Slide Number Placeholder 3"/>
          <p:cNvSpPr>
            <a:spLocks noGrp="1"/>
          </p:cNvSpPr>
          <p:nvPr>
            <p:ph type="sldNum" sz="quarter" idx="10"/>
          </p:nvPr>
        </p:nvSpPr>
        <p:spPr/>
        <p:txBody>
          <a:bodyPr/>
          <a:lstStyle/>
          <a:p>
            <a:fld id="{A23C1B03-0993-4B56-8AC7-1F376C495DCC}" type="slidenum">
              <a:rPr lang="en-US" smtClean="0"/>
              <a:pPr/>
              <a:t>18</a:t>
            </a:fld>
            <a:endParaRPr lang="en-US"/>
          </a:p>
        </p:txBody>
      </p:sp>
    </p:spTree>
    <p:extLst>
      <p:ext uri="{BB962C8B-B14F-4D97-AF65-F5344CB8AC3E}">
        <p14:creationId xmlns:p14="http://schemas.microsoft.com/office/powerpoint/2010/main" xmlns="" val="261451660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Python </a:t>
            </a:r>
            <a:r>
              <a:rPr lang="en-US" b="1" dirty="0" smtClean="0"/>
              <a:t>Lists</a:t>
            </a:r>
            <a:endParaRPr lang="en-US" dirty="0"/>
          </a:p>
        </p:txBody>
      </p:sp>
      <p:sp>
        <p:nvSpPr>
          <p:cNvPr id="3" name="Content Placeholder 2"/>
          <p:cNvSpPr>
            <a:spLocks noGrp="1"/>
          </p:cNvSpPr>
          <p:nvPr>
            <p:ph idx="1"/>
          </p:nvPr>
        </p:nvSpPr>
        <p:spPr>
          <a:xfrm>
            <a:off x="457200" y="1371600"/>
            <a:ext cx="8574088" cy="5334000"/>
          </a:xfrm>
        </p:spPr>
        <p:txBody>
          <a:bodyPr/>
          <a:lstStyle/>
          <a:p>
            <a:r>
              <a:rPr lang="en-US" dirty="0"/>
              <a:t>A </a:t>
            </a:r>
            <a:r>
              <a:rPr lang="en-US" i="1" dirty="0"/>
              <a:t>list </a:t>
            </a:r>
            <a:r>
              <a:rPr lang="en-US" dirty="0"/>
              <a:t>is a collection of items in a particular order</a:t>
            </a:r>
            <a:r>
              <a:rPr lang="en-US" dirty="0" smtClean="0"/>
              <a:t>.</a:t>
            </a:r>
          </a:p>
          <a:p>
            <a:r>
              <a:rPr lang="en-US" dirty="0"/>
              <a:t>You can make a list </a:t>
            </a:r>
            <a:r>
              <a:rPr lang="en-US" dirty="0" smtClean="0"/>
              <a:t>that includes </a:t>
            </a:r>
            <a:r>
              <a:rPr lang="en-US" dirty="0"/>
              <a:t>the letters of the alphabet, the digits from 0–9, or the names </a:t>
            </a:r>
            <a:r>
              <a:rPr lang="en-US" dirty="0" smtClean="0"/>
              <a:t>that include string values.</a:t>
            </a:r>
          </a:p>
          <a:p>
            <a:r>
              <a:rPr lang="en-US" dirty="0"/>
              <a:t>In Python, square brackets ([]) indicate a list, and individual </a:t>
            </a:r>
            <a:r>
              <a:rPr lang="en-US" dirty="0" smtClean="0"/>
              <a:t>elements in </a:t>
            </a:r>
            <a:r>
              <a:rPr lang="en-US" dirty="0"/>
              <a:t>the list are separated by commas</a:t>
            </a:r>
            <a:r>
              <a:rPr lang="en-US" dirty="0" smtClean="0"/>
              <a:t>.</a:t>
            </a:r>
          </a:p>
          <a:p>
            <a:r>
              <a:rPr lang="en-US" dirty="0"/>
              <a:t>Here’s a simple example of a list </a:t>
            </a:r>
            <a:r>
              <a:rPr lang="en-US" dirty="0" smtClean="0"/>
              <a:t>that contains </a:t>
            </a:r>
            <a:r>
              <a:rPr lang="en-US" dirty="0"/>
              <a:t>a few kinds of bicycles</a:t>
            </a:r>
            <a:r>
              <a:rPr lang="en-US" dirty="0" smtClean="0"/>
              <a:t>:</a:t>
            </a:r>
          </a:p>
          <a:p>
            <a:r>
              <a:rPr lang="en-US" dirty="0"/>
              <a:t>bicycles = ['trek', '</a:t>
            </a:r>
            <a:r>
              <a:rPr lang="en-US" dirty="0" err="1"/>
              <a:t>cannondale</a:t>
            </a:r>
            <a:r>
              <a:rPr lang="en-US" dirty="0"/>
              <a:t>', 'redline', 'specialized</a:t>
            </a:r>
            <a:r>
              <a:rPr lang="en-US" dirty="0" smtClean="0"/>
              <a:t>'] print(bicycles)</a:t>
            </a:r>
          </a:p>
          <a:p>
            <a:r>
              <a:rPr lang="en-US" dirty="0"/>
              <a:t>['trek', '</a:t>
            </a:r>
            <a:r>
              <a:rPr lang="en-US" dirty="0" err="1"/>
              <a:t>cannondale</a:t>
            </a:r>
            <a:r>
              <a:rPr lang="en-US" dirty="0"/>
              <a:t>', 'redline', 'specialized']</a:t>
            </a:r>
          </a:p>
        </p:txBody>
      </p:sp>
      <p:sp>
        <p:nvSpPr>
          <p:cNvPr id="4" name="Slide Number Placeholder 3"/>
          <p:cNvSpPr>
            <a:spLocks noGrp="1"/>
          </p:cNvSpPr>
          <p:nvPr>
            <p:ph type="sldNum" sz="quarter" idx="10"/>
          </p:nvPr>
        </p:nvSpPr>
        <p:spPr/>
        <p:txBody>
          <a:bodyPr/>
          <a:lstStyle/>
          <a:p>
            <a:fld id="{A23C1B03-0993-4B56-8AC7-1F376C495DCC}" type="slidenum">
              <a:rPr lang="en-US" smtClean="0"/>
              <a:pPr/>
              <a:t>19</a:t>
            </a:fld>
            <a:endParaRPr lang="en-US"/>
          </a:p>
        </p:txBody>
      </p:sp>
    </p:spTree>
    <p:extLst>
      <p:ext uri="{BB962C8B-B14F-4D97-AF65-F5344CB8AC3E}">
        <p14:creationId xmlns:p14="http://schemas.microsoft.com/office/powerpoint/2010/main" xmlns="" val="100412973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Accessing Elements in a List</a:t>
            </a:r>
            <a:endParaRPr lang="en-US" dirty="0"/>
          </a:p>
        </p:txBody>
      </p:sp>
      <p:sp>
        <p:nvSpPr>
          <p:cNvPr id="3" name="Content Placeholder 2"/>
          <p:cNvSpPr>
            <a:spLocks noGrp="1"/>
          </p:cNvSpPr>
          <p:nvPr>
            <p:ph idx="1"/>
          </p:nvPr>
        </p:nvSpPr>
        <p:spPr>
          <a:xfrm>
            <a:off x="457200" y="1371600"/>
            <a:ext cx="8574088" cy="5486400"/>
          </a:xfrm>
        </p:spPr>
        <p:txBody>
          <a:bodyPr/>
          <a:lstStyle/>
          <a:p>
            <a:r>
              <a:rPr lang="en-US" sz="2500" dirty="0"/>
              <a:t>Lists are ordered collections, so you can access any element in a list </a:t>
            </a:r>
            <a:r>
              <a:rPr lang="en-US" sz="2500" dirty="0" smtClean="0"/>
              <a:t>by telling </a:t>
            </a:r>
            <a:r>
              <a:rPr lang="en-US" sz="2500" dirty="0"/>
              <a:t>Python the position, or </a:t>
            </a:r>
            <a:r>
              <a:rPr lang="en-US" sz="2500" i="1" dirty="0"/>
              <a:t>index</a:t>
            </a:r>
            <a:r>
              <a:rPr lang="en-US" sz="2500" dirty="0"/>
              <a:t>, of the item desired</a:t>
            </a:r>
            <a:r>
              <a:rPr lang="en-US" sz="2500" dirty="0" smtClean="0"/>
              <a:t>.</a:t>
            </a:r>
          </a:p>
          <a:p>
            <a:r>
              <a:rPr lang="en-US" sz="2500" dirty="0"/>
              <a:t>To access an </a:t>
            </a:r>
            <a:r>
              <a:rPr lang="en-US" sz="2500" dirty="0" smtClean="0"/>
              <a:t>element in </a:t>
            </a:r>
            <a:r>
              <a:rPr lang="en-US" sz="2500" dirty="0"/>
              <a:t>a list, write the name of the list followed by the index of the </a:t>
            </a:r>
            <a:r>
              <a:rPr lang="en-US" sz="2500" dirty="0" smtClean="0"/>
              <a:t>item enclosed </a:t>
            </a:r>
            <a:r>
              <a:rPr lang="en-US" sz="2500" dirty="0"/>
              <a:t>in square brackets</a:t>
            </a:r>
            <a:r>
              <a:rPr lang="en-US" sz="2500" dirty="0" smtClean="0"/>
              <a:t>.</a:t>
            </a:r>
          </a:p>
          <a:p>
            <a:r>
              <a:rPr lang="en-US" sz="2500" dirty="0"/>
              <a:t>For example, let’s pull out the first bicycle in the list bicycles</a:t>
            </a:r>
            <a:r>
              <a:rPr lang="en-US" sz="2500" dirty="0" smtClean="0"/>
              <a:t>:</a:t>
            </a:r>
          </a:p>
          <a:p>
            <a:r>
              <a:rPr lang="en-US" sz="2500" dirty="0"/>
              <a:t>bicycles = ['trek', '</a:t>
            </a:r>
            <a:r>
              <a:rPr lang="en-US" sz="2500" dirty="0" err="1"/>
              <a:t>cannondale</a:t>
            </a:r>
            <a:r>
              <a:rPr lang="en-US" sz="2500" dirty="0"/>
              <a:t>', 'redline', 'specialized</a:t>
            </a:r>
            <a:r>
              <a:rPr lang="en-US" sz="2500" dirty="0" smtClean="0"/>
              <a:t>'] print(bicycles[0])</a:t>
            </a:r>
          </a:p>
          <a:p>
            <a:r>
              <a:rPr lang="en-US" sz="2500" dirty="0"/>
              <a:t>trek</a:t>
            </a:r>
            <a:endParaRPr lang="en-US" sz="2500" dirty="0" smtClean="0"/>
          </a:p>
          <a:p>
            <a:r>
              <a:rPr lang="en-US" sz="2500" dirty="0" smtClean="0"/>
              <a:t>When </a:t>
            </a:r>
            <a:r>
              <a:rPr lang="en-US" sz="2500" dirty="0"/>
              <a:t>we ask for a single item from </a:t>
            </a:r>
            <a:r>
              <a:rPr lang="en-US" sz="2500" dirty="0" smtClean="0"/>
              <a:t>a list</a:t>
            </a:r>
            <a:r>
              <a:rPr lang="en-US" sz="2500" dirty="0"/>
              <a:t>, Python returns just that element without square brackets or </a:t>
            </a:r>
            <a:r>
              <a:rPr lang="en-US" sz="2500" dirty="0" smtClean="0"/>
              <a:t>quotation marks</a:t>
            </a:r>
            <a:r>
              <a:rPr lang="en-US" sz="2500" dirty="0"/>
              <a:t>:</a:t>
            </a:r>
            <a:endParaRPr lang="en-US" sz="2500" dirty="0" smtClean="0"/>
          </a:p>
          <a:p>
            <a:endParaRPr lang="en-US" dirty="0"/>
          </a:p>
        </p:txBody>
      </p:sp>
      <p:sp>
        <p:nvSpPr>
          <p:cNvPr id="4" name="Slide Number Placeholder 3"/>
          <p:cNvSpPr>
            <a:spLocks noGrp="1"/>
          </p:cNvSpPr>
          <p:nvPr>
            <p:ph type="sldNum" sz="quarter" idx="10"/>
          </p:nvPr>
        </p:nvSpPr>
        <p:spPr/>
        <p:txBody>
          <a:bodyPr/>
          <a:lstStyle/>
          <a:p>
            <a:fld id="{A23C1B03-0993-4B56-8AC7-1F376C495DCC}" type="slidenum">
              <a:rPr lang="en-US" smtClean="0"/>
              <a:pPr/>
              <a:t>20</a:t>
            </a:fld>
            <a:endParaRPr lang="en-US"/>
          </a:p>
        </p:txBody>
      </p:sp>
    </p:spTree>
    <p:extLst>
      <p:ext uri="{BB962C8B-B14F-4D97-AF65-F5344CB8AC3E}">
        <p14:creationId xmlns:p14="http://schemas.microsoft.com/office/powerpoint/2010/main" xmlns="" val="238605942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Accessing Elements in a List</a:t>
            </a:r>
            <a:endParaRPr lang="en-US" dirty="0"/>
          </a:p>
        </p:txBody>
      </p:sp>
      <p:sp>
        <p:nvSpPr>
          <p:cNvPr id="3" name="Content Placeholder 2"/>
          <p:cNvSpPr>
            <a:spLocks noGrp="1"/>
          </p:cNvSpPr>
          <p:nvPr>
            <p:ph idx="1"/>
          </p:nvPr>
        </p:nvSpPr>
        <p:spPr/>
        <p:txBody>
          <a:bodyPr/>
          <a:lstStyle/>
          <a:p>
            <a:r>
              <a:rPr lang="en-US" dirty="0"/>
              <a:t>You can also use the string methods from </a:t>
            </a:r>
            <a:r>
              <a:rPr lang="en-US" dirty="0" smtClean="0"/>
              <a:t>on </a:t>
            </a:r>
            <a:r>
              <a:rPr lang="en-US" dirty="0"/>
              <a:t>any element </a:t>
            </a:r>
            <a:r>
              <a:rPr lang="en-US" dirty="0" smtClean="0"/>
              <a:t>in a </a:t>
            </a:r>
            <a:r>
              <a:rPr lang="en-US" dirty="0"/>
              <a:t>list. </a:t>
            </a:r>
            <a:endParaRPr lang="en-US" dirty="0" smtClean="0"/>
          </a:p>
          <a:p>
            <a:r>
              <a:rPr lang="en-US" dirty="0" smtClean="0"/>
              <a:t>For </a:t>
            </a:r>
            <a:r>
              <a:rPr lang="en-US" dirty="0"/>
              <a:t>example, you can format the element 'trek' more neatly by </a:t>
            </a:r>
            <a:r>
              <a:rPr lang="en-US" dirty="0" smtClean="0"/>
              <a:t>using the </a:t>
            </a:r>
            <a:r>
              <a:rPr lang="en-US" dirty="0"/>
              <a:t>title() method</a:t>
            </a:r>
            <a:r>
              <a:rPr lang="en-US" dirty="0" smtClean="0"/>
              <a:t>:</a:t>
            </a:r>
          </a:p>
          <a:p>
            <a:r>
              <a:rPr lang="en-US" dirty="0"/>
              <a:t>bicycles = ['trek', '</a:t>
            </a:r>
            <a:r>
              <a:rPr lang="en-US" dirty="0" err="1"/>
              <a:t>cannondale</a:t>
            </a:r>
            <a:r>
              <a:rPr lang="en-US" dirty="0"/>
              <a:t>', 'redline', 'specialized</a:t>
            </a:r>
            <a:r>
              <a:rPr lang="en-US" dirty="0" smtClean="0"/>
              <a:t>'] print(bicycles[0</a:t>
            </a:r>
            <a:r>
              <a:rPr lang="en-US" dirty="0"/>
              <a:t>].title</a:t>
            </a:r>
            <a:r>
              <a:rPr lang="en-US" dirty="0" smtClean="0"/>
              <a:t>())</a:t>
            </a:r>
          </a:p>
          <a:p>
            <a:r>
              <a:rPr lang="en-US" dirty="0"/>
              <a:t>This example produces the same output as the preceding </a:t>
            </a:r>
            <a:r>
              <a:rPr lang="en-US" dirty="0" smtClean="0"/>
              <a:t>example except </a:t>
            </a:r>
            <a:r>
              <a:rPr lang="en-US" b="1" dirty="0"/>
              <a:t>'Trek'</a:t>
            </a:r>
            <a:r>
              <a:rPr lang="en-US" dirty="0"/>
              <a:t> is capitalized.</a:t>
            </a:r>
          </a:p>
        </p:txBody>
      </p:sp>
      <p:sp>
        <p:nvSpPr>
          <p:cNvPr id="4" name="Slide Number Placeholder 3"/>
          <p:cNvSpPr>
            <a:spLocks noGrp="1"/>
          </p:cNvSpPr>
          <p:nvPr>
            <p:ph type="sldNum" sz="quarter" idx="10"/>
          </p:nvPr>
        </p:nvSpPr>
        <p:spPr/>
        <p:txBody>
          <a:bodyPr/>
          <a:lstStyle/>
          <a:p>
            <a:fld id="{A23C1B03-0993-4B56-8AC7-1F376C495DCC}" type="slidenum">
              <a:rPr lang="en-US" smtClean="0"/>
              <a:pPr/>
              <a:t>21</a:t>
            </a:fld>
            <a:endParaRPr lang="en-US"/>
          </a:p>
        </p:txBody>
      </p:sp>
    </p:spTree>
    <p:extLst>
      <p:ext uri="{BB962C8B-B14F-4D97-AF65-F5344CB8AC3E}">
        <p14:creationId xmlns:p14="http://schemas.microsoft.com/office/powerpoint/2010/main" xmlns="" val="405362427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Index Positions Start at 0, Not 1</a:t>
            </a:r>
            <a:endParaRPr lang="en-US" dirty="0"/>
          </a:p>
        </p:txBody>
      </p:sp>
      <p:sp>
        <p:nvSpPr>
          <p:cNvPr id="3" name="Content Placeholder 2"/>
          <p:cNvSpPr>
            <a:spLocks noGrp="1"/>
          </p:cNvSpPr>
          <p:nvPr>
            <p:ph idx="1"/>
          </p:nvPr>
        </p:nvSpPr>
        <p:spPr/>
        <p:txBody>
          <a:bodyPr/>
          <a:lstStyle/>
          <a:p>
            <a:r>
              <a:rPr lang="en-US" dirty="0"/>
              <a:t>Python considers the first item in a list to be at position 0, not position 1</a:t>
            </a:r>
            <a:r>
              <a:rPr lang="en-US" dirty="0" smtClean="0"/>
              <a:t>.</a:t>
            </a:r>
          </a:p>
          <a:p>
            <a:r>
              <a:rPr lang="en-US" dirty="0"/>
              <a:t>The second item in a list has an index of 1</a:t>
            </a:r>
            <a:r>
              <a:rPr lang="en-US" dirty="0" smtClean="0"/>
              <a:t>.</a:t>
            </a:r>
          </a:p>
          <a:p>
            <a:r>
              <a:rPr lang="en-US" dirty="0" smtClean="0"/>
              <a:t>In order to </a:t>
            </a:r>
            <a:r>
              <a:rPr lang="en-US" dirty="0"/>
              <a:t>access the fourth item in a list</a:t>
            </a:r>
            <a:r>
              <a:rPr lang="en-US" dirty="0" smtClean="0"/>
              <a:t>, you </a:t>
            </a:r>
            <a:r>
              <a:rPr lang="en-US" dirty="0"/>
              <a:t>request the item at index 3</a:t>
            </a:r>
            <a:r>
              <a:rPr lang="en-US" dirty="0" smtClean="0"/>
              <a:t>.</a:t>
            </a:r>
          </a:p>
          <a:p>
            <a:r>
              <a:rPr lang="en-US" dirty="0"/>
              <a:t>bicycles = ['trek', '</a:t>
            </a:r>
            <a:r>
              <a:rPr lang="en-US" dirty="0" err="1"/>
              <a:t>cannondale</a:t>
            </a:r>
            <a:r>
              <a:rPr lang="en-US" dirty="0"/>
              <a:t>', 'redline', 'specialized</a:t>
            </a:r>
            <a:r>
              <a:rPr lang="en-US" dirty="0" smtClean="0"/>
              <a:t>'] print(bicycles[1]) 				 print(bicycles[3])</a:t>
            </a:r>
          </a:p>
          <a:p>
            <a:r>
              <a:rPr lang="en-US" dirty="0" err="1"/>
              <a:t>c</a:t>
            </a:r>
            <a:r>
              <a:rPr lang="en-US" dirty="0" err="1" smtClean="0"/>
              <a:t>annondale</a:t>
            </a:r>
            <a:r>
              <a:rPr lang="en-US" dirty="0" smtClean="0"/>
              <a:t>						 specialized</a:t>
            </a:r>
            <a:endParaRPr lang="en-US" dirty="0"/>
          </a:p>
        </p:txBody>
      </p:sp>
      <p:sp>
        <p:nvSpPr>
          <p:cNvPr id="4" name="Slide Number Placeholder 3"/>
          <p:cNvSpPr>
            <a:spLocks noGrp="1"/>
          </p:cNvSpPr>
          <p:nvPr>
            <p:ph type="sldNum" sz="quarter" idx="10"/>
          </p:nvPr>
        </p:nvSpPr>
        <p:spPr/>
        <p:txBody>
          <a:bodyPr/>
          <a:lstStyle/>
          <a:p>
            <a:fld id="{A23C1B03-0993-4B56-8AC7-1F376C495DCC}" type="slidenum">
              <a:rPr lang="en-US" smtClean="0"/>
              <a:pPr/>
              <a:t>22</a:t>
            </a:fld>
            <a:endParaRPr lang="en-US"/>
          </a:p>
        </p:txBody>
      </p:sp>
    </p:spTree>
    <p:extLst>
      <p:ext uri="{BB962C8B-B14F-4D97-AF65-F5344CB8AC3E}">
        <p14:creationId xmlns:p14="http://schemas.microsoft.com/office/powerpoint/2010/main" xmlns="" val="260398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Index Positions Start at 0, Not 1</a:t>
            </a:r>
            <a:endParaRPr lang="en-US" dirty="0"/>
          </a:p>
        </p:txBody>
      </p:sp>
      <p:sp>
        <p:nvSpPr>
          <p:cNvPr id="3" name="Content Placeholder 2"/>
          <p:cNvSpPr>
            <a:spLocks noGrp="1"/>
          </p:cNvSpPr>
          <p:nvPr>
            <p:ph idx="1"/>
          </p:nvPr>
        </p:nvSpPr>
        <p:spPr/>
        <p:txBody>
          <a:bodyPr/>
          <a:lstStyle/>
          <a:p>
            <a:r>
              <a:rPr lang="en-US" sz="2400" dirty="0"/>
              <a:t>Python has a special syntax for accessing the last element in a list</a:t>
            </a:r>
            <a:r>
              <a:rPr lang="en-US" sz="2400" dirty="0" smtClean="0"/>
              <a:t>.</a:t>
            </a:r>
          </a:p>
          <a:p>
            <a:r>
              <a:rPr lang="en-US" sz="2400" dirty="0"/>
              <a:t>By </a:t>
            </a:r>
            <a:r>
              <a:rPr lang="en-US" sz="2400" dirty="0" smtClean="0"/>
              <a:t>asking for </a:t>
            </a:r>
            <a:r>
              <a:rPr lang="en-US" sz="2400" dirty="0"/>
              <a:t>the item at index -1, Python always returns the last item in the list</a:t>
            </a:r>
            <a:r>
              <a:rPr lang="en-US" sz="2400" dirty="0" smtClean="0"/>
              <a:t>:</a:t>
            </a:r>
          </a:p>
          <a:p>
            <a:r>
              <a:rPr lang="en-US" sz="2400" dirty="0"/>
              <a:t>bicycles = ['trek', '</a:t>
            </a:r>
            <a:r>
              <a:rPr lang="en-US" sz="2400" dirty="0" err="1"/>
              <a:t>cannondale</a:t>
            </a:r>
            <a:r>
              <a:rPr lang="en-US" sz="2400" dirty="0"/>
              <a:t>', 'redline', 'specialized</a:t>
            </a:r>
            <a:r>
              <a:rPr lang="en-US" sz="2400" dirty="0" smtClean="0"/>
              <a:t>'] print(bicycles</a:t>
            </a:r>
            <a:r>
              <a:rPr lang="en-US" sz="2400" dirty="0"/>
              <a:t>[-1</a:t>
            </a:r>
            <a:r>
              <a:rPr lang="en-US" sz="2400" dirty="0" smtClean="0"/>
              <a:t>])</a:t>
            </a:r>
          </a:p>
          <a:p>
            <a:r>
              <a:rPr lang="en-US" sz="2400" dirty="0"/>
              <a:t>This code returns the value 'specialized</a:t>
            </a:r>
            <a:r>
              <a:rPr lang="en-US" sz="2400" dirty="0" smtClean="0"/>
              <a:t>'.</a:t>
            </a:r>
          </a:p>
          <a:p>
            <a:r>
              <a:rPr lang="en-US" sz="2400" dirty="0"/>
              <a:t>This syntax is quite useful</a:t>
            </a:r>
            <a:r>
              <a:rPr lang="en-US" sz="2400" dirty="0" smtClean="0"/>
              <a:t>, because </a:t>
            </a:r>
            <a:r>
              <a:rPr lang="en-US" sz="2400" dirty="0"/>
              <a:t>you’ll often want to access the last items in a list without </a:t>
            </a:r>
            <a:r>
              <a:rPr lang="en-US" sz="2400" dirty="0" smtClean="0"/>
              <a:t>knowing exactly </a:t>
            </a:r>
            <a:r>
              <a:rPr lang="en-US" sz="2400" dirty="0"/>
              <a:t>how long the list is</a:t>
            </a:r>
            <a:r>
              <a:rPr lang="en-US" sz="2400" dirty="0" smtClean="0"/>
              <a:t>.</a:t>
            </a:r>
          </a:p>
          <a:p>
            <a:r>
              <a:rPr lang="en-US" sz="2400" dirty="0"/>
              <a:t>The index -2 returns the second item from the end of the list</a:t>
            </a:r>
            <a:r>
              <a:rPr lang="en-US" sz="2400" dirty="0" smtClean="0"/>
              <a:t>, the </a:t>
            </a:r>
            <a:r>
              <a:rPr lang="en-US" sz="2400" dirty="0"/>
              <a:t>index -3 returns the third item from the end, and so forth.</a:t>
            </a:r>
          </a:p>
        </p:txBody>
      </p:sp>
      <p:sp>
        <p:nvSpPr>
          <p:cNvPr id="4" name="Slide Number Placeholder 3"/>
          <p:cNvSpPr>
            <a:spLocks noGrp="1"/>
          </p:cNvSpPr>
          <p:nvPr>
            <p:ph type="sldNum" sz="quarter" idx="10"/>
          </p:nvPr>
        </p:nvSpPr>
        <p:spPr/>
        <p:txBody>
          <a:bodyPr/>
          <a:lstStyle/>
          <a:p>
            <a:fld id="{A23C1B03-0993-4B56-8AC7-1F376C495DCC}" type="slidenum">
              <a:rPr lang="en-US" smtClean="0"/>
              <a:pPr/>
              <a:t>23</a:t>
            </a:fld>
            <a:endParaRPr lang="en-US"/>
          </a:p>
        </p:txBody>
      </p:sp>
    </p:spTree>
    <p:extLst>
      <p:ext uri="{BB962C8B-B14F-4D97-AF65-F5344CB8AC3E}">
        <p14:creationId xmlns:p14="http://schemas.microsoft.com/office/powerpoint/2010/main" xmlns="" val="296910151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Using Individual Values from a List</a:t>
            </a:r>
            <a:endParaRPr lang="en-US" dirty="0"/>
          </a:p>
        </p:txBody>
      </p:sp>
      <p:sp>
        <p:nvSpPr>
          <p:cNvPr id="3" name="Content Placeholder 2"/>
          <p:cNvSpPr>
            <a:spLocks noGrp="1"/>
          </p:cNvSpPr>
          <p:nvPr>
            <p:ph idx="1"/>
          </p:nvPr>
        </p:nvSpPr>
        <p:spPr/>
        <p:txBody>
          <a:bodyPr/>
          <a:lstStyle/>
          <a:p>
            <a:r>
              <a:rPr lang="en-US" dirty="0"/>
              <a:t>You can use individual values from a list just as you would any other variable</a:t>
            </a:r>
            <a:r>
              <a:rPr lang="en-US" dirty="0" smtClean="0"/>
              <a:t>.</a:t>
            </a:r>
          </a:p>
          <a:p>
            <a:endParaRPr lang="en-US" dirty="0" smtClean="0"/>
          </a:p>
          <a:p>
            <a:r>
              <a:rPr lang="en-US" dirty="0" smtClean="0"/>
              <a:t>For </a:t>
            </a:r>
            <a:r>
              <a:rPr lang="en-US" dirty="0"/>
              <a:t>example, you can use concatenation to create a message based </a:t>
            </a:r>
            <a:r>
              <a:rPr lang="en-US" dirty="0" smtClean="0"/>
              <a:t>on a </a:t>
            </a:r>
            <a:r>
              <a:rPr lang="en-US" dirty="0"/>
              <a:t>value from a list</a:t>
            </a:r>
            <a:r>
              <a:rPr lang="en-US" dirty="0" smtClean="0"/>
              <a:t>.</a:t>
            </a:r>
          </a:p>
          <a:p>
            <a:endParaRPr lang="en-US" dirty="0" smtClean="0"/>
          </a:p>
          <a:p>
            <a:r>
              <a:rPr lang="en-US" dirty="0" smtClean="0"/>
              <a:t>bicycles </a:t>
            </a:r>
            <a:r>
              <a:rPr lang="en-US" dirty="0"/>
              <a:t>= ['trek', '</a:t>
            </a:r>
            <a:r>
              <a:rPr lang="en-US" dirty="0" err="1"/>
              <a:t>cannondale</a:t>
            </a:r>
            <a:r>
              <a:rPr lang="en-US" dirty="0"/>
              <a:t>', 'redline', 'specialized</a:t>
            </a:r>
            <a:r>
              <a:rPr lang="en-US" dirty="0" smtClean="0"/>
              <a:t>'] </a:t>
            </a:r>
            <a:r>
              <a:rPr lang="en-US" sz="2400" dirty="0" smtClean="0"/>
              <a:t>message </a:t>
            </a:r>
            <a:r>
              <a:rPr lang="en-US" sz="2400" dirty="0"/>
              <a:t>= "My first bicycle was a " + bicycles[0].title() + </a:t>
            </a:r>
            <a:r>
              <a:rPr lang="en-US" sz="2400" dirty="0" smtClean="0"/>
              <a:t>".“ </a:t>
            </a:r>
            <a:r>
              <a:rPr lang="en-US" dirty="0" smtClean="0"/>
              <a:t>print(message)</a:t>
            </a:r>
          </a:p>
          <a:p>
            <a:r>
              <a:rPr lang="en-US" dirty="0" smtClean="0"/>
              <a:t>My </a:t>
            </a:r>
            <a:r>
              <a:rPr lang="en-US" dirty="0"/>
              <a:t>first bicycle was a Trek</a:t>
            </a:r>
            <a:r>
              <a:rPr lang="en-US" dirty="0" smtClean="0"/>
              <a:t>.</a:t>
            </a:r>
          </a:p>
          <a:p>
            <a:endParaRPr lang="en-US" dirty="0"/>
          </a:p>
        </p:txBody>
      </p:sp>
      <p:sp>
        <p:nvSpPr>
          <p:cNvPr id="4" name="Slide Number Placeholder 3"/>
          <p:cNvSpPr>
            <a:spLocks noGrp="1"/>
          </p:cNvSpPr>
          <p:nvPr>
            <p:ph type="sldNum" sz="quarter" idx="10"/>
          </p:nvPr>
        </p:nvSpPr>
        <p:spPr/>
        <p:txBody>
          <a:bodyPr/>
          <a:lstStyle/>
          <a:p>
            <a:fld id="{A23C1B03-0993-4B56-8AC7-1F376C495DCC}" type="slidenum">
              <a:rPr lang="en-US" smtClean="0"/>
              <a:pPr/>
              <a:t>24</a:t>
            </a:fld>
            <a:endParaRPr lang="en-US"/>
          </a:p>
        </p:txBody>
      </p:sp>
    </p:spTree>
    <p:extLst>
      <p:ext uri="{BB962C8B-B14F-4D97-AF65-F5344CB8AC3E}">
        <p14:creationId xmlns:p14="http://schemas.microsoft.com/office/powerpoint/2010/main" xmlns="" val="361914786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t>Changing, Adding, and Removing Elements</a:t>
            </a:r>
            <a:endParaRPr lang="en-US" dirty="0"/>
          </a:p>
        </p:txBody>
      </p:sp>
      <p:sp>
        <p:nvSpPr>
          <p:cNvPr id="3" name="Content Placeholder 2"/>
          <p:cNvSpPr>
            <a:spLocks noGrp="1"/>
          </p:cNvSpPr>
          <p:nvPr>
            <p:ph idx="1"/>
          </p:nvPr>
        </p:nvSpPr>
        <p:spPr>
          <a:xfrm>
            <a:off x="457200" y="1371600"/>
            <a:ext cx="8574088" cy="5257800"/>
          </a:xfrm>
        </p:spPr>
        <p:txBody>
          <a:bodyPr/>
          <a:lstStyle/>
          <a:p>
            <a:pPr>
              <a:buNone/>
            </a:pPr>
            <a:r>
              <a:rPr lang="en-US" b="1" i="1" u="sng" dirty="0" smtClean="0"/>
              <a:t>Modifying Elements in a List</a:t>
            </a:r>
          </a:p>
          <a:p>
            <a:r>
              <a:rPr lang="en-US" dirty="0" smtClean="0"/>
              <a:t>The syntax for modifying an element is similar to the syntax for accessing an element in a list.</a:t>
            </a:r>
          </a:p>
          <a:p>
            <a:r>
              <a:rPr lang="en-US" dirty="0" smtClean="0"/>
              <a:t>To change an element, use the name of the list followed by the index of the element you want to change, and then provide the new value you want that item to have.</a:t>
            </a:r>
          </a:p>
          <a:p>
            <a:r>
              <a:rPr lang="en-US" dirty="0" smtClean="0"/>
              <a:t>For example, let’s say we have a list of motorcycles, and the first item in the list is '</a:t>
            </a:r>
            <a:r>
              <a:rPr lang="en-US" dirty="0" err="1" smtClean="0"/>
              <a:t>honda</a:t>
            </a:r>
            <a:r>
              <a:rPr lang="en-US" dirty="0" smtClean="0"/>
              <a:t>'. How would we change the value of this first item?</a:t>
            </a:r>
          </a:p>
        </p:txBody>
      </p:sp>
      <p:sp>
        <p:nvSpPr>
          <p:cNvPr id="4" name="Slide Number Placeholder 3"/>
          <p:cNvSpPr>
            <a:spLocks noGrp="1"/>
          </p:cNvSpPr>
          <p:nvPr>
            <p:ph type="sldNum" sz="quarter" idx="10"/>
          </p:nvPr>
        </p:nvSpPr>
        <p:spPr/>
        <p:txBody>
          <a:bodyPr/>
          <a:lstStyle/>
          <a:p>
            <a:fld id="{A23C1B03-0993-4B56-8AC7-1F376C495DCC}" type="slidenum">
              <a:rPr lang="en-US" smtClean="0"/>
              <a:pPr/>
              <a:t>25</a:t>
            </a:fld>
            <a:endParaRPr lang="en-US"/>
          </a:p>
        </p:txBody>
      </p:sp>
    </p:spTree>
    <p:extLst>
      <p:ext uri="{BB962C8B-B14F-4D97-AF65-F5344CB8AC3E}">
        <p14:creationId xmlns:p14="http://schemas.microsoft.com/office/powerpoint/2010/main" xmlns="" val="45819553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Modifying Elements in a List</a:t>
            </a:r>
          </a:p>
        </p:txBody>
      </p:sp>
      <p:sp>
        <p:nvSpPr>
          <p:cNvPr id="3" name="Content Placeholder 2"/>
          <p:cNvSpPr>
            <a:spLocks noGrp="1"/>
          </p:cNvSpPr>
          <p:nvPr>
            <p:ph idx="1"/>
          </p:nvPr>
        </p:nvSpPr>
        <p:spPr>
          <a:xfrm>
            <a:off x="457200" y="1371600"/>
            <a:ext cx="8574088" cy="5334000"/>
          </a:xfrm>
        </p:spPr>
        <p:txBody>
          <a:bodyPr/>
          <a:lstStyle/>
          <a:p>
            <a:r>
              <a:rPr lang="en-US" sz="2400" dirty="0" smtClean="0"/>
              <a:t>motorcycles = ['</a:t>
            </a:r>
            <a:r>
              <a:rPr lang="en-US" sz="2400" dirty="0" err="1" smtClean="0"/>
              <a:t>honda</a:t>
            </a:r>
            <a:r>
              <a:rPr lang="en-US" sz="2400" dirty="0" smtClean="0"/>
              <a:t>', '</a:t>
            </a:r>
            <a:r>
              <a:rPr lang="en-US" sz="2400" dirty="0" err="1" smtClean="0"/>
              <a:t>yamaha</a:t>
            </a:r>
            <a:r>
              <a:rPr lang="en-US" sz="2400" dirty="0" smtClean="0"/>
              <a:t>', '</a:t>
            </a:r>
            <a:r>
              <a:rPr lang="en-US" sz="2400" dirty="0" err="1" smtClean="0"/>
              <a:t>suzuki</a:t>
            </a:r>
            <a:r>
              <a:rPr lang="en-US" sz="2400" dirty="0" smtClean="0"/>
              <a:t>‘] 	 print(motorcycles)	</a:t>
            </a:r>
          </a:p>
          <a:p>
            <a:r>
              <a:rPr lang="en-US" sz="2400" dirty="0" smtClean="0"/>
              <a:t>motorcycles[0] = '</a:t>
            </a:r>
            <a:r>
              <a:rPr lang="en-US" sz="2400" dirty="0" err="1" smtClean="0"/>
              <a:t>ducati</a:t>
            </a:r>
            <a:r>
              <a:rPr lang="en-US" sz="2400" dirty="0" smtClean="0"/>
              <a:t>’			 	 print(motorcycles)</a:t>
            </a:r>
          </a:p>
          <a:p>
            <a:r>
              <a:rPr lang="en-US" sz="2400" dirty="0" smtClean="0"/>
              <a:t>['</a:t>
            </a:r>
            <a:r>
              <a:rPr lang="en-US" sz="2400" dirty="0" err="1" smtClean="0"/>
              <a:t>honda</a:t>
            </a:r>
            <a:r>
              <a:rPr lang="en-US" sz="2400" dirty="0" smtClean="0"/>
              <a:t>', '</a:t>
            </a:r>
            <a:r>
              <a:rPr lang="en-US" sz="2400" dirty="0" err="1" smtClean="0"/>
              <a:t>yamaha</a:t>
            </a:r>
            <a:r>
              <a:rPr lang="en-US" sz="2400" dirty="0" smtClean="0"/>
              <a:t>', '</a:t>
            </a:r>
            <a:r>
              <a:rPr lang="en-US" sz="2400" dirty="0" err="1" smtClean="0"/>
              <a:t>suzuki</a:t>
            </a:r>
            <a:r>
              <a:rPr lang="en-US" sz="2400" dirty="0" smtClean="0"/>
              <a:t>‘]				 ['</a:t>
            </a:r>
            <a:r>
              <a:rPr lang="en-US" sz="2400" dirty="0" err="1" smtClean="0"/>
              <a:t>ducati</a:t>
            </a:r>
            <a:r>
              <a:rPr lang="en-US" sz="2400" dirty="0" smtClean="0"/>
              <a:t>', '</a:t>
            </a:r>
            <a:r>
              <a:rPr lang="en-US" sz="2400" dirty="0" err="1" smtClean="0"/>
              <a:t>yamaha</a:t>
            </a:r>
            <a:r>
              <a:rPr lang="en-US" sz="2400" dirty="0" smtClean="0"/>
              <a:t>', '</a:t>
            </a:r>
            <a:r>
              <a:rPr lang="en-US" sz="2400" dirty="0" err="1" smtClean="0"/>
              <a:t>suzuki</a:t>
            </a:r>
            <a:r>
              <a:rPr lang="en-US" sz="2400" dirty="0" smtClean="0"/>
              <a:t>']</a:t>
            </a:r>
          </a:p>
          <a:p>
            <a:pPr>
              <a:buNone/>
            </a:pPr>
            <a:r>
              <a:rPr lang="en-US" sz="2400" b="1" u="sng" dirty="0" smtClean="0"/>
              <a:t>Appending Elements to the End of a List</a:t>
            </a:r>
          </a:p>
          <a:p>
            <a:r>
              <a:rPr lang="en-US" sz="2400" dirty="0" smtClean="0"/>
              <a:t>motorcycles = ['</a:t>
            </a:r>
            <a:r>
              <a:rPr lang="en-US" sz="2400" dirty="0" err="1" smtClean="0"/>
              <a:t>honda</a:t>
            </a:r>
            <a:r>
              <a:rPr lang="en-US" sz="2400" dirty="0" smtClean="0"/>
              <a:t>', '</a:t>
            </a:r>
            <a:r>
              <a:rPr lang="en-US" sz="2400" dirty="0" err="1" smtClean="0"/>
              <a:t>yamaha</a:t>
            </a:r>
            <a:r>
              <a:rPr lang="en-US" sz="2400" dirty="0" smtClean="0"/>
              <a:t>', '</a:t>
            </a:r>
            <a:r>
              <a:rPr lang="en-US" sz="2400" dirty="0" err="1" smtClean="0"/>
              <a:t>suzuki</a:t>
            </a:r>
            <a:r>
              <a:rPr lang="en-US" sz="2400" dirty="0" smtClean="0"/>
              <a:t>‘]	 print(motorcycles)						 </a:t>
            </a:r>
            <a:r>
              <a:rPr lang="en-US" sz="2400" dirty="0" err="1" smtClean="0"/>
              <a:t>motorcycles.append</a:t>
            </a:r>
            <a:r>
              <a:rPr lang="en-US" sz="2400" dirty="0" smtClean="0"/>
              <a:t>('</a:t>
            </a:r>
            <a:r>
              <a:rPr lang="en-US" sz="2400" dirty="0" err="1" smtClean="0"/>
              <a:t>ducati</a:t>
            </a:r>
            <a:r>
              <a:rPr lang="en-US" sz="2400" dirty="0" smtClean="0"/>
              <a:t>‘)			 print(motorcycles)</a:t>
            </a:r>
          </a:p>
          <a:p>
            <a:r>
              <a:rPr lang="en-US" sz="2400" dirty="0" smtClean="0"/>
              <a:t>['</a:t>
            </a:r>
            <a:r>
              <a:rPr lang="en-US" sz="2400" dirty="0" err="1" smtClean="0"/>
              <a:t>honda</a:t>
            </a:r>
            <a:r>
              <a:rPr lang="en-US" sz="2400" dirty="0" smtClean="0"/>
              <a:t>', '</a:t>
            </a:r>
            <a:r>
              <a:rPr lang="en-US" sz="2400" dirty="0" err="1" smtClean="0"/>
              <a:t>yamaha</a:t>
            </a:r>
            <a:r>
              <a:rPr lang="en-US" sz="2400" dirty="0" smtClean="0"/>
              <a:t>', '</a:t>
            </a:r>
            <a:r>
              <a:rPr lang="en-US" sz="2400" dirty="0" err="1" smtClean="0"/>
              <a:t>suzuki</a:t>
            </a:r>
            <a:r>
              <a:rPr lang="en-US" sz="2400" dirty="0" smtClean="0"/>
              <a:t>‘]					 ['</a:t>
            </a:r>
            <a:r>
              <a:rPr lang="en-US" sz="2400" dirty="0" err="1" smtClean="0"/>
              <a:t>honda</a:t>
            </a:r>
            <a:r>
              <a:rPr lang="en-US" sz="2400" dirty="0" smtClean="0"/>
              <a:t>', '</a:t>
            </a:r>
            <a:r>
              <a:rPr lang="en-US" sz="2400" dirty="0" err="1" smtClean="0"/>
              <a:t>yamaha</a:t>
            </a:r>
            <a:r>
              <a:rPr lang="en-US" sz="2400" dirty="0" smtClean="0"/>
              <a:t>', '</a:t>
            </a:r>
            <a:r>
              <a:rPr lang="en-US" sz="2400" dirty="0" err="1" smtClean="0"/>
              <a:t>suzuki</a:t>
            </a:r>
            <a:r>
              <a:rPr lang="en-US" sz="2400" dirty="0" smtClean="0"/>
              <a:t>', '</a:t>
            </a:r>
            <a:r>
              <a:rPr lang="en-US" sz="2400" dirty="0" err="1" smtClean="0"/>
              <a:t>ducati</a:t>
            </a:r>
            <a:r>
              <a:rPr lang="en-US" sz="2400" dirty="0" smtClean="0"/>
              <a:t>']</a:t>
            </a:r>
            <a:endParaRPr lang="en-US" sz="2400" dirty="0"/>
          </a:p>
        </p:txBody>
      </p:sp>
      <p:sp>
        <p:nvSpPr>
          <p:cNvPr id="4" name="Slide Number Placeholder 3"/>
          <p:cNvSpPr>
            <a:spLocks noGrp="1"/>
          </p:cNvSpPr>
          <p:nvPr>
            <p:ph type="sldNum" sz="quarter" idx="10"/>
          </p:nvPr>
        </p:nvSpPr>
        <p:spPr/>
        <p:txBody>
          <a:bodyPr/>
          <a:lstStyle/>
          <a:p>
            <a:fld id="{A23C1B03-0993-4B56-8AC7-1F376C495DCC}" type="slidenum">
              <a:rPr lang="en-US" smtClean="0"/>
              <a:pPr/>
              <a:t>26</a:t>
            </a:fld>
            <a:endParaRPr lang="en-US"/>
          </a:p>
        </p:txBody>
      </p:sp>
    </p:spTree>
    <p:extLst>
      <p:ext uri="{BB962C8B-B14F-4D97-AF65-F5344CB8AC3E}">
        <p14:creationId xmlns:p14="http://schemas.microsoft.com/office/powerpoint/2010/main" xmlns="" val="231999761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Adding Elements to a List</a:t>
            </a:r>
            <a:endParaRPr lang="en-US" dirty="0"/>
          </a:p>
        </p:txBody>
      </p:sp>
      <p:sp>
        <p:nvSpPr>
          <p:cNvPr id="3" name="Content Placeholder 2"/>
          <p:cNvSpPr>
            <a:spLocks noGrp="1"/>
          </p:cNvSpPr>
          <p:nvPr>
            <p:ph idx="1"/>
          </p:nvPr>
        </p:nvSpPr>
        <p:spPr/>
        <p:txBody>
          <a:bodyPr/>
          <a:lstStyle/>
          <a:p>
            <a:r>
              <a:rPr lang="en-US" dirty="0" smtClean="0"/>
              <a:t>The append() method makes it easy to build lists dynamically.</a:t>
            </a:r>
          </a:p>
          <a:p>
            <a:r>
              <a:rPr lang="en-US" dirty="0" smtClean="0"/>
              <a:t>For example, you can start with an empty list and then add items to the list using a series of append() statements.</a:t>
            </a:r>
          </a:p>
          <a:p>
            <a:r>
              <a:rPr lang="en-US" dirty="0" smtClean="0"/>
              <a:t>motorcycles = [ ]				 </a:t>
            </a:r>
            <a:r>
              <a:rPr lang="en-US" dirty="0" err="1" smtClean="0"/>
              <a:t>motorcycles.append</a:t>
            </a:r>
            <a:r>
              <a:rPr lang="en-US" dirty="0" smtClean="0"/>
              <a:t>('</a:t>
            </a:r>
            <a:r>
              <a:rPr lang="en-US" dirty="0" err="1" smtClean="0"/>
              <a:t>honda</a:t>
            </a:r>
            <a:r>
              <a:rPr lang="en-US" dirty="0" smtClean="0"/>
              <a:t>‘)			 </a:t>
            </a:r>
            <a:r>
              <a:rPr lang="en-US" dirty="0" err="1" smtClean="0"/>
              <a:t>motorcycles.append</a:t>
            </a:r>
            <a:r>
              <a:rPr lang="en-US" dirty="0" smtClean="0"/>
              <a:t>('</a:t>
            </a:r>
            <a:r>
              <a:rPr lang="en-US" dirty="0" err="1" smtClean="0"/>
              <a:t>yamaha</a:t>
            </a:r>
            <a:r>
              <a:rPr lang="en-US" dirty="0" smtClean="0"/>
              <a:t>‘)		 </a:t>
            </a:r>
            <a:r>
              <a:rPr lang="en-US" dirty="0" err="1" smtClean="0"/>
              <a:t>motorcycles.append</a:t>
            </a:r>
            <a:r>
              <a:rPr lang="en-US" dirty="0" smtClean="0"/>
              <a:t>('</a:t>
            </a:r>
            <a:r>
              <a:rPr lang="en-US" dirty="0" err="1" smtClean="0"/>
              <a:t>suzuki</a:t>
            </a:r>
            <a:r>
              <a:rPr lang="en-US" dirty="0" smtClean="0"/>
              <a:t>‘)			 print(motorcycles)</a:t>
            </a:r>
          </a:p>
          <a:p>
            <a:r>
              <a:rPr lang="en-US" dirty="0" smtClean="0"/>
              <a:t>['</a:t>
            </a:r>
            <a:r>
              <a:rPr lang="en-US" dirty="0" err="1" smtClean="0"/>
              <a:t>honda</a:t>
            </a:r>
            <a:r>
              <a:rPr lang="en-US" dirty="0" smtClean="0"/>
              <a:t>', '</a:t>
            </a:r>
            <a:r>
              <a:rPr lang="en-US" dirty="0" err="1" smtClean="0"/>
              <a:t>yamaha</a:t>
            </a:r>
            <a:r>
              <a:rPr lang="en-US" dirty="0" smtClean="0"/>
              <a:t>', '</a:t>
            </a:r>
            <a:r>
              <a:rPr lang="en-US" dirty="0" err="1" smtClean="0"/>
              <a:t>suzuki</a:t>
            </a:r>
            <a:r>
              <a:rPr lang="en-US" dirty="0" smtClean="0"/>
              <a:t>']</a:t>
            </a:r>
            <a:endParaRPr lang="en-US" dirty="0"/>
          </a:p>
        </p:txBody>
      </p:sp>
      <p:sp>
        <p:nvSpPr>
          <p:cNvPr id="4" name="Slide Number Placeholder 3"/>
          <p:cNvSpPr>
            <a:spLocks noGrp="1"/>
          </p:cNvSpPr>
          <p:nvPr>
            <p:ph type="sldNum" sz="quarter" idx="10"/>
          </p:nvPr>
        </p:nvSpPr>
        <p:spPr/>
        <p:txBody>
          <a:bodyPr/>
          <a:lstStyle/>
          <a:p>
            <a:fld id="{A23C1B03-0993-4B56-8AC7-1F376C495DCC}" type="slidenum">
              <a:rPr lang="en-US" smtClean="0"/>
              <a:pPr/>
              <a:t>27</a:t>
            </a:fld>
            <a:endParaRPr lang="en-US"/>
          </a:p>
        </p:txBody>
      </p:sp>
    </p:spTree>
    <p:extLst>
      <p:ext uri="{BB962C8B-B14F-4D97-AF65-F5344CB8AC3E}">
        <p14:creationId xmlns:p14="http://schemas.microsoft.com/office/powerpoint/2010/main" xmlns="" val="190694990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Inserting Elements into a List</a:t>
            </a:r>
            <a:endParaRPr lang="en-US" sz="4800" dirty="0"/>
          </a:p>
        </p:txBody>
      </p:sp>
      <p:sp>
        <p:nvSpPr>
          <p:cNvPr id="3" name="Content Placeholder 2"/>
          <p:cNvSpPr>
            <a:spLocks noGrp="1"/>
          </p:cNvSpPr>
          <p:nvPr>
            <p:ph idx="1"/>
          </p:nvPr>
        </p:nvSpPr>
        <p:spPr/>
        <p:txBody>
          <a:bodyPr/>
          <a:lstStyle/>
          <a:p>
            <a:r>
              <a:rPr lang="en-US" sz="3200" dirty="0" smtClean="0"/>
              <a:t>You can add a new element at any position in your list by using the insert() method.</a:t>
            </a:r>
          </a:p>
          <a:p>
            <a:r>
              <a:rPr lang="en-US" sz="3200" dirty="0" smtClean="0"/>
              <a:t>You do this by specifying the index of the new element and the value of the new item.</a:t>
            </a:r>
          </a:p>
          <a:p>
            <a:r>
              <a:rPr lang="en-US" sz="3200" dirty="0" smtClean="0"/>
              <a:t>motorcycles = ['</a:t>
            </a:r>
            <a:r>
              <a:rPr lang="en-US" sz="3200" dirty="0" err="1" smtClean="0"/>
              <a:t>honda</a:t>
            </a:r>
            <a:r>
              <a:rPr lang="en-US" sz="3200" dirty="0" smtClean="0"/>
              <a:t>', '</a:t>
            </a:r>
            <a:r>
              <a:rPr lang="en-US" sz="3200" dirty="0" err="1" smtClean="0"/>
              <a:t>yamaha</a:t>
            </a:r>
            <a:r>
              <a:rPr lang="en-US" sz="3200" dirty="0" smtClean="0"/>
              <a:t>', '</a:t>
            </a:r>
            <a:r>
              <a:rPr lang="en-US" sz="3200" dirty="0" err="1" smtClean="0"/>
              <a:t>suzuki</a:t>
            </a:r>
            <a:r>
              <a:rPr lang="en-US" sz="3200" dirty="0" smtClean="0"/>
              <a:t>‘] </a:t>
            </a:r>
            <a:r>
              <a:rPr lang="en-US" sz="3200" dirty="0" err="1" smtClean="0"/>
              <a:t>motorcycles.insert</a:t>
            </a:r>
            <a:r>
              <a:rPr lang="en-US" sz="3200" dirty="0" smtClean="0"/>
              <a:t>(0, '</a:t>
            </a:r>
            <a:r>
              <a:rPr lang="en-US" sz="3200" dirty="0" err="1" smtClean="0"/>
              <a:t>ducati</a:t>
            </a:r>
            <a:r>
              <a:rPr lang="en-US" sz="3200" dirty="0" smtClean="0"/>
              <a:t>‘)		 print(motorcycles)</a:t>
            </a:r>
          </a:p>
          <a:p>
            <a:r>
              <a:rPr lang="en-US" sz="3200" dirty="0" smtClean="0"/>
              <a:t>['</a:t>
            </a:r>
            <a:r>
              <a:rPr lang="en-US" sz="3200" dirty="0" err="1" smtClean="0"/>
              <a:t>ducati</a:t>
            </a:r>
            <a:r>
              <a:rPr lang="en-US" sz="3200" dirty="0" smtClean="0"/>
              <a:t>', '</a:t>
            </a:r>
            <a:r>
              <a:rPr lang="en-US" sz="3200" dirty="0" err="1" smtClean="0"/>
              <a:t>honda</a:t>
            </a:r>
            <a:r>
              <a:rPr lang="en-US" sz="3200" dirty="0" smtClean="0"/>
              <a:t>', '</a:t>
            </a:r>
            <a:r>
              <a:rPr lang="en-US" sz="3200" dirty="0" err="1" smtClean="0"/>
              <a:t>yamaha</a:t>
            </a:r>
            <a:r>
              <a:rPr lang="en-US" sz="3200" dirty="0" smtClean="0"/>
              <a:t>', '</a:t>
            </a:r>
            <a:r>
              <a:rPr lang="en-US" sz="3200" dirty="0" err="1" smtClean="0"/>
              <a:t>suzuki</a:t>
            </a:r>
            <a:r>
              <a:rPr lang="en-US" sz="3200" dirty="0" smtClean="0"/>
              <a:t>']</a:t>
            </a:r>
          </a:p>
          <a:p>
            <a:endParaRPr lang="en-US" dirty="0"/>
          </a:p>
        </p:txBody>
      </p:sp>
      <p:sp>
        <p:nvSpPr>
          <p:cNvPr id="4" name="Slide Number Placeholder 3"/>
          <p:cNvSpPr>
            <a:spLocks noGrp="1"/>
          </p:cNvSpPr>
          <p:nvPr>
            <p:ph type="sldNum" sz="quarter" idx="10"/>
          </p:nvPr>
        </p:nvSpPr>
        <p:spPr/>
        <p:txBody>
          <a:bodyPr/>
          <a:lstStyle/>
          <a:p>
            <a:fld id="{A23C1B03-0993-4B56-8AC7-1F376C495DCC}" type="slidenum">
              <a:rPr lang="en-US" smtClean="0"/>
              <a:pPr/>
              <a:t>28</a:t>
            </a:fld>
            <a:endParaRPr lang="en-US"/>
          </a:p>
        </p:txBody>
      </p:sp>
    </p:spTree>
    <p:extLst>
      <p:ext uri="{BB962C8B-B14F-4D97-AF65-F5344CB8AC3E}">
        <p14:creationId xmlns:p14="http://schemas.microsoft.com/office/powerpoint/2010/main" xmlns="" val="115394168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Removing Elements from a List</a:t>
            </a:r>
            <a:endParaRPr lang="en-US" dirty="0"/>
          </a:p>
        </p:txBody>
      </p:sp>
      <p:sp>
        <p:nvSpPr>
          <p:cNvPr id="3" name="Content Placeholder 2"/>
          <p:cNvSpPr>
            <a:spLocks noGrp="1"/>
          </p:cNvSpPr>
          <p:nvPr>
            <p:ph idx="1"/>
          </p:nvPr>
        </p:nvSpPr>
        <p:spPr>
          <a:xfrm>
            <a:off x="457200" y="1371600"/>
            <a:ext cx="8574088" cy="5181600"/>
          </a:xfrm>
        </p:spPr>
        <p:txBody>
          <a:bodyPr/>
          <a:lstStyle/>
          <a:p>
            <a:pPr>
              <a:buNone/>
            </a:pPr>
            <a:r>
              <a:rPr lang="en-US" b="1" dirty="0" smtClean="0"/>
              <a:t>Removing an Item Using the del Statement</a:t>
            </a:r>
          </a:p>
          <a:p>
            <a:r>
              <a:rPr lang="en-US" dirty="0" smtClean="0"/>
              <a:t>If you know the position of the item you want to remove from a list, you can use the del statement.</a:t>
            </a:r>
          </a:p>
          <a:p>
            <a:r>
              <a:rPr lang="en-US" dirty="0" smtClean="0"/>
              <a:t>motorcycles = ['</a:t>
            </a:r>
            <a:r>
              <a:rPr lang="en-US" dirty="0" err="1" smtClean="0"/>
              <a:t>honda</a:t>
            </a:r>
            <a:r>
              <a:rPr lang="en-US" dirty="0" smtClean="0"/>
              <a:t>', '</a:t>
            </a:r>
            <a:r>
              <a:rPr lang="en-US" dirty="0" err="1" smtClean="0"/>
              <a:t>yamaha</a:t>
            </a:r>
            <a:r>
              <a:rPr lang="en-US" dirty="0" smtClean="0"/>
              <a:t>', '</a:t>
            </a:r>
            <a:r>
              <a:rPr lang="en-US" dirty="0" err="1" smtClean="0"/>
              <a:t>suzuki</a:t>
            </a:r>
            <a:r>
              <a:rPr lang="en-US" dirty="0" smtClean="0"/>
              <a:t>‘] print(motorcycles)				 		 del motorcycles[0]				 print(motorcycles)</a:t>
            </a:r>
          </a:p>
          <a:p>
            <a:r>
              <a:rPr lang="en-US" dirty="0" smtClean="0"/>
              <a:t>The code at uses del to remove the first item, '</a:t>
            </a:r>
            <a:r>
              <a:rPr lang="en-US" dirty="0" err="1" smtClean="0"/>
              <a:t>honda</a:t>
            </a:r>
            <a:r>
              <a:rPr lang="en-US" dirty="0" smtClean="0"/>
              <a:t>', from the list of motorcycles:</a:t>
            </a:r>
          </a:p>
          <a:p>
            <a:r>
              <a:rPr lang="en-US" dirty="0" smtClean="0"/>
              <a:t>['</a:t>
            </a:r>
            <a:r>
              <a:rPr lang="en-US" dirty="0" err="1" smtClean="0"/>
              <a:t>honda</a:t>
            </a:r>
            <a:r>
              <a:rPr lang="en-US" dirty="0" smtClean="0"/>
              <a:t>', '</a:t>
            </a:r>
            <a:r>
              <a:rPr lang="en-US" dirty="0" err="1" smtClean="0"/>
              <a:t>yamaha</a:t>
            </a:r>
            <a:r>
              <a:rPr lang="en-US" dirty="0" smtClean="0"/>
              <a:t>', '</a:t>
            </a:r>
            <a:r>
              <a:rPr lang="en-US" dirty="0" err="1" smtClean="0"/>
              <a:t>suzuki</a:t>
            </a:r>
            <a:r>
              <a:rPr lang="en-US" dirty="0" smtClean="0"/>
              <a:t>‘]				 ['</a:t>
            </a:r>
            <a:r>
              <a:rPr lang="en-US" dirty="0" err="1" smtClean="0"/>
              <a:t>yamaha</a:t>
            </a:r>
            <a:r>
              <a:rPr lang="en-US" dirty="0" smtClean="0"/>
              <a:t>', '</a:t>
            </a:r>
            <a:r>
              <a:rPr lang="en-US" dirty="0" err="1" smtClean="0"/>
              <a:t>suzuki</a:t>
            </a:r>
            <a:r>
              <a:rPr lang="en-US" dirty="0" smtClean="0"/>
              <a:t>']</a:t>
            </a:r>
            <a:endParaRPr lang="en-US" dirty="0"/>
          </a:p>
        </p:txBody>
      </p:sp>
      <p:sp>
        <p:nvSpPr>
          <p:cNvPr id="4" name="Slide Number Placeholder 3"/>
          <p:cNvSpPr>
            <a:spLocks noGrp="1"/>
          </p:cNvSpPr>
          <p:nvPr>
            <p:ph type="sldNum" sz="quarter" idx="10"/>
          </p:nvPr>
        </p:nvSpPr>
        <p:spPr/>
        <p:txBody>
          <a:bodyPr/>
          <a:lstStyle/>
          <a:p>
            <a:fld id="{A23C1B03-0993-4B56-8AC7-1F376C495DCC}" type="slidenum">
              <a:rPr lang="en-US" smtClean="0"/>
              <a:pPr/>
              <a:t>29</a:t>
            </a:fld>
            <a:endParaRPr lang="en-US"/>
          </a:p>
        </p:txBody>
      </p:sp>
    </p:spTree>
    <p:extLst>
      <p:ext uri="{BB962C8B-B14F-4D97-AF65-F5344CB8AC3E}">
        <p14:creationId xmlns:p14="http://schemas.microsoft.com/office/powerpoint/2010/main" xmlns="" val="125709845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smtClean="0"/>
              <a:t>Removing an Item Using the del Statement</a:t>
            </a:r>
            <a:endParaRPr lang="en-US" sz="3200" dirty="0"/>
          </a:p>
        </p:txBody>
      </p:sp>
      <p:sp>
        <p:nvSpPr>
          <p:cNvPr id="3" name="Content Placeholder 2"/>
          <p:cNvSpPr>
            <a:spLocks noGrp="1"/>
          </p:cNvSpPr>
          <p:nvPr>
            <p:ph idx="1"/>
          </p:nvPr>
        </p:nvSpPr>
        <p:spPr>
          <a:xfrm>
            <a:off x="457200" y="1371600"/>
            <a:ext cx="8574088" cy="5334000"/>
          </a:xfrm>
        </p:spPr>
        <p:txBody>
          <a:bodyPr/>
          <a:lstStyle/>
          <a:p>
            <a:r>
              <a:rPr lang="en-US" sz="2400" dirty="0" smtClean="0"/>
              <a:t>You can remove an item from any position in a list using the del statement if you know its index.</a:t>
            </a:r>
          </a:p>
          <a:p>
            <a:r>
              <a:rPr lang="en-US" sz="2400" dirty="0" smtClean="0"/>
              <a:t>For example, here’s how to remove the second item, '</a:t>
            </a:r>
            <a:r>
              <a:rPr lang="en-US" sz="2400" dirty="0" err="1" smtClean="0"/>
              <a:t>yamaha</a:t>
            </a:r>
            <a:r>
              <a:rPr lang="en-US" sz="2400" dirty="0" smtClean="0"/>
              <a:t>', in the list:</a:t>
            </a:r>
          </a:p>
          <a:p>
            <a:r>
              <a:rPr lang="en-US" sz="2400" dirty="0" smtClean="0"/>
              <a:t>motorcycles = ['</a:t>
            </a:r>
            <a:r>
              <a:rPr lang="en-US" sz="2400" dirty="0" err="1" smtClean="0"/>
              <a:t>honda</a:t>
            </a:r>
            <a:r>
              <a:rPr lang="en-US" sz="2400" dirty="0" smtClean="0"/>
              <a:t>', '</a:t>
            </a:r>
            <a:r>
              <a:rPr lang="en-US" sz="2400" dirty="0" err="1" smtClean="0"/>
              <a:t>yamaha</a:t>
            </a:r>
            <a:r>
              <a:rPr lang="en-US" sz="2400" dirty="0" smtClean="0"/>
              <a:t>', '</a:t>
            </a:r>
            <a:r>
              <a:rPr lang="en-US" sz="2400" dirty="0" err="1" smtClean="0"/>
              <a:t>suzuki</a:t>
            </a:r>
            <a:r>
              <a:rPr lang="en-US" sz="2400" dirty="0" smtClean="0"/>
              <a:t>‘] 	 print(motorcycles)						 	 del motorcycles[1]					 print(motorcycles)</a:t>
            </a:r>
          </a:p>
          <a:p>
            <a:r>
              <a:rPr lang="en-US" sz="2400" dirty="0" smtClean="0"/>
              <a:t>The second motorcycle is deleted from the list:</a:t>
            </a:r>
          </a:p>
          <a:p>
            <a:r>
              <a:rPr lang="en-US" sz="2400" dirty="0" smtClean="0"/>
              <a:t>['</a:t>
            </a:r>
            <a:r>
              <a:rPr lang="en-US" sz="2400" dirty="0" err="1" smtClean="0"/>
              <a:t>honda</a:t>
            </a:r>
            <a:r>
              <a:rPr lang="en-US" sz="2400" dirty="0" smtClean="0"/>
              <a:t>', '</a:t>
            </a:r>
            <a:r>
              <a:rPr lang="en-US" sz="2400" dirty="0" err="1" smtClean="0"/>
              <a:t>yamaha</a:t>
            </a:r>
            <a:r>
              <a:rPr lang="en-US" sz="2400" dirty="0" smtClean="0"/>
              <a:t>', '</a:t>
            </a:r>
            <a:r>
              <a:rPr lang="en-US" sz="2400" dirty="0" err="1" smtClean="0"/>
              <a:t>suzuki</a:t>
            </a:r>
            <a:r>
              <a:rPr lang="en-US" sz="2400" dirty="0" smtClean="0"/>
              <a:t>‘]				 ['</a:t>
            </a:r>
            <a:r>
              <a:rPr lang="en-US" sz="2400" dirty="0" err="1" smtClean="0"/>
              <a:t>honda</a:t>
            </a:r>
            <a:r>
              <a:rPr lang="en-US" sz="2400" dirty="0" smtClean="0"/>
              <a:t>', '</a:t>
            </a:r>
            <a:r>
              <a:rPr lang="en-US" sz="2400" dirty="0" err="1" smtClean="0"/>
              <a:t>suzuki</a:t>
            </a:r>
            <a:r>
              <a:rPr lang="en-US" sz="2400" dirty="0" smtClean="0"/>
              <a:t>']</a:t>
            </a:r>
          </a:p>
          <a:p>
            <a:r>
              <a:rPr lang="en-US" sz="2400" dirty="0" smtClean="0"/>
              <a:t>In both examples, you can no longer access the value that was removed from the list after the del statement is used.</a:t>
            </a:r>
          </a:p>
          <a:p>
            <a:endParaRPr lang="en-US" dirty="0"/>
          </a:p>
        </p:txBody>
      </p:sp>
      <p:sp>
        <p:nvSpPr>
          <p:cNvPr id="4" name="Slide Number Placeholder 3"/>
          <p:cNvSpPr>
            <a:spLocks noGrp="1"/>
          </p:cNvSpPr>
          <p:nvPr>
            <p:ph type="sldNum" sz="quarter" idx="10"/>
          </p:nvPr>
        </p:nvSpPr>
        <p:spPr/>
        <p:txBody>
          <a:bodyPr/>
          <a:lstStyle/>
          <a:p>
            <a:fld id="{A23C1B03-0993-4B56-8AC7-1F376C495DCC}" type="slidenum">
              <a:rPr lang="en-US" smtClean="0"/>
              <a:pPr/>
              <a:t>30</a:t>
            </a:fld>
            <a:endParaRPr lang="en-US"/>
          </a:p>
        </p:txBody>
      </p:sp>
    </p:spTree>
    <p:extLst>
      <p:ext uri="{BB962C8B-B14F-4D97-AF65-F5344CB8AC3E}">
        <p14:creationId xmlns:p14="http://schemas.microsoft.com/office/powerpoint/2010/main" xmlns="" val="206994146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smtClean="0"/>
              <a:t>Removing an Item Using the pop() Method</a:t>
            </a:r>
            <a:endParaRPr lang="en-US" sz="3200" dirty="0"/>
          </a:p>
        </p:txBody>
      </p:sp>
      <p:sp>
        <p:nvSpPr>
          <p:cNvPr id="3" name="Content Placeholder 2"/>
          <p:cNvSpPr>
            <a:spLocks noGrp="1"/>
          </p:cNvSpPr>
          <p:nvPr>
            <p:ph idx="1"/>
          </p:nvPr>
        </p:nvSpPr>
        <p:spPr/>
        <p:txBody>
          <a:bodyPr/>
          <a:lstStyle/>
          <a:p>
            <a:r>
              <a:rPr lang="en-US" dirty="0" smtClean="0"/>
              <a:t>Sometimes you’ll want to use the value of an item after you remove it from a list.</a:t>
            </a:r>
          </a:p>
          <a:p>
            <a:r>
              <a:rPr lang="en-US" dirty="0" smtClean="0"/>
              <a:t>The pop() method removes the last item in a list, but it lets you work with that item after removing it.</a:t>
            </a:r>
          </a:p>
          <a:p>
            <a:r>
              <a:rPr lang="en-US" dirty="0" smtClean="0"/>
              <a:t>The term </a:t>
            </a:r>
            <a:r>
              <a:rPr lang="en-US" i="1" dirty="0" smtClean="0"/>
              <a:t>pop </a:t>
            </a:r>
            <a:r>
              <a:rPr lang="en-US" dirty="0" smtClean="0"/>
              <a:t>comes from thinking of a list as a stack of items and popping one item off the top of the stack.</a:t>
            </a:r>
          </a:p>
          <a:p>
            <a:r>
              <a:rPr lang="en-US" dirty="0" smtClean="0"/>
              <a:t>In this analogy, the top of a stack corresponds to the end of a list.</a:t>
            </a:r>
          </a:p>
          <a:p>
            <a:r>
              <a:rPr lang="en-US" dirty="0" smtClean="0"/>
              <a:t>Let’s pop a motorcycle from the list of motorcycles:</a:t>
            </a:r>
          </a:p>
          <a:p>
            <a:endParaRPr lang="en-US" dirty="0"/>
          </a:p>
        </p:txBody>
      </p:sp>
      <p:sp>
        <p:nvSpPr>
          <p:cNvPr id="4" name="Slide Number Placeholder 3"/>
          <p:cNvSpPr>
            <a:spLocks noGrp="1"/>
          </p:cNvSpPr>
          <p:nvPr>
            <p:ph type="sldNum" sz="quarter" idx="10"/>
          </p:nvPr>
        </p:nvSpPr>
        <p:spPr/>
        <p:txBody>
          <a:bodyPr/>
          <a:lstStyle/>
          <a:p>
            <a:fld id="{A23C1B03-0993-4B56-8AC7-1F376C495DCC}" type="slidenum">
              <a:rPr lang="en-US" smtClean="0"/>
              <a:pPr/>
              <a:t>31</a:t>
            </a:fld>
            <a:endParaRPr lang="en-US"/>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smtClean="0"/>
              <a:t>Removing an Item Using the pop() Method</a:t>
            </a:r>
            <a:endParaRPr lang="en-US" sz="3200" dirty="0"/>
          </a:p>
        </p:txBody>
      </p:sp>
      <p:sp>
        <p:nvSpPr>
          <p:cNvPr id="3" name="Content Placeholder 2"/>
          <p:cNvSpPr>
            <a:spLocks noGrp="1"/>
          </p:cNvSpPr>
          <p:nvPr>
            <p:ph idx="1"/>
          </p:nvPr>
        </p:nvSpPr>
        <p:spPr/>
        <p:txBody>
          <a:bodyPr/>
          <a:lstStyle/>
          <a:p>
            <a:r>
              <a:rPr lang="en-US" dirty="0" smtClean="0"/>
              <a:t>motorcycles = ['</a:t>
            </a:r>
            <a:r>
              <a:rPr lang="en-US" dirty="0" err="1" smtClean="0"/>
              <a:t>honda</a:t>
            </a:r>
            <a:r>
              <a:rPr lang="en-US" dirty="0" smtClean="0"/>
              <a:t>', '</a:t>
            </a:r>
            <a:r>
              <a:rPr lang="en-US" dirty="0" err="1" smtClean="0"/>
              <a:t>yamaha</a:t>
            </a:r>
            <a:r>
              <a:rPr lang="en-US" dirty="0" smtClean="0"/>
              <a:t>', '</a:t>
            </a:r>
            <a:r>
              <a:rPr lang="en-US" dirty="0" err="1" smtClean="0"/>
              <a:t>suzuki</a:t>
            </a:r>
            <a:r>
              <a:rPr lang="en-US" dirty="0" smtClean="0"/>
              <a:t>‘] print(motorcycles)				 </a:t>
            </a:r>
            <a:r>
              <a:rPr lang="en-US" dirty="0" err="1" smtClean="0"/>
              <a:t>popped_motorcycle</a:t>
            </a:r>
            <a:r>
              <a:rPr lang="en-US" dirty="0" smtClean="0"/>
              <a:t> = motorcycles.pop() print(motorcycles)			 print(</a:t>
            </a:r>
            <a:r>
              <a:rPr lang="en-US" dirty="0" err="1" smtClean="0"/>
              <a:t>popped_motorcycle</a:t>
            </a:r>
            <a:r>
              <a:rPr lang="en-US" dirty="0" smtClean="0"/>
              <a:t>)</a:t>
            </a:r>
          </a:p>
          <a:p>
            <a:r>
              <a:rPr lang="en-US" dirty="0" smtClean="0"/>
              <a:t>The output shows that the value '</a:t>
            </a:r>
            <a:r>
              <a:rPr lang="en-US" dirty="0" err="1" smtClean="0"/>
              <a:t>suzuki</a:t>
            </a:r>
            <a:r>
              <a:rPr lang="en-US" dirty="0" smtClean="0"/>
              <a:t>' was removed from the end of the list and is now stored in the variable </a:t>
            </a:r>
            <a:r>
              <a:rPr lang="en-US" dirty="0" err="1" smtClean="0"/>
              <a:t>popped_motorcycle</a:t>
            </a:r>
            <a:r>
              <a:rPr lang="en-US" dirty="0" smtClean="0"/>
              <a:t>:</a:t>
            </a:r>
          </a:p>
          <a:p>
            <a:r>
              <a:rPr lang="en-US" dirty="0" smtClean="0"/>
              <a:t>['</a:t>
            </a:r>
            <a:r>
              <a:rPr lang="en-US" dirty="0" err="1" smtClean="0"/>
              <a:t>honda</a:t>
            </a:r>
            <a:r>
              <a:rPr lang="en-US" dirty="0" smtClean="0"/>
              <a:t>', '</a:t>
            </a:r>
            <a:r>
              <a:rPr lang="en-US" dirty="0" err="1" smtClean="0"/>
              <a:t>yamaha</a:t>
            </a:r>
            <a:r>
              <a:rPr lang="en-US" dirty="0" smtClean="0"/>
              <a:t>', '</a:t>
            </a:r>
            <a:r>
              <a:rPr lang="en-US" dirty="0" err="1" smtClean="0"/>
              <a:t>suzuki</a:t>
            </a:r>
            <a:r>
              <a:rPr lang="en-US" dirty="0" smtClean="0"/>
              <a:t>‘]				 ['</a:t>
            </a:r>
            <a:r>
              <a:rPr lang="en-US" dirty="0" err="1" smtClean="0"/>
              <a:t>honda</a:t>
            </a:r>
            <a:r>
              <a:rPr lang="en-US" dirty="0" smtClean="0"/>
              <a:t>', '</a:t>
            </a:r>
            <a:r>
              <a:rPr lang="en-US" dirty="0" err="1" smtClean="0"/>
              <a:t>yamaha</a:t>
            </a:r>
            <a:r>
              <a:rPr lang="en-US" dirty="0" smtClean="0"/>
              <a:t>‘]						 </a:t>
            </a:r>
            <a:r>
              <a:rPr lang="en-US" dirty="0" err="1" smtClean="0"/>
              <a:t>suzuki</a:t>
            </a:r>
            <a:endParaRPr lang="en-US" dirty="0"/>
          </a:p>
        </p:txBody>
      </p:sp>
      <p:sp>
        <p:nvSpPr>
          <p:cNvPr id="4" name="Slide Number Placeholder 3"/>
          <p:cNvSpPr>
            <a:spLocks noGrp="1"/>
          </p:cNvSpPr>
          <p:nvPr>
            <p:ph type="sldNum" sz="quarter" idx="10"/>
          </p:nvPr>
        </p:nvSpPr>
        <p:spPr/>
        <p:txBody>
          <a:bodyPr/>
          <a:lstStyle/>
          <a:p>
            <a:fld id="{A23C1B03-0993-4B56-8AC7-1F376C495DCC}" type="slidenum">
              <a:rPr lang="en-US" smtClean="0"/>
              <a:pPr/>
              <a:t>32</a:t>
            </a:fld>
            <a:endParaRPr lang="en-US"/>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smtClean="0"/>
              <a:t>Removing an Item Using the pop() Method</a:t>
            </a:r>
            <a:endParaRPr lang="en-US" sz="3200" dirty="0"/>
          </a:p>
        </p:txBody>
      </p:sp>
      <p:sp>
        <p:nvSpPr>
          <p:cNvPr id="3" name="Content Placeholder 2"/>
          <p:cNvSpPr>
            <a:spLocks noGrp="1"/>
          </p:cNvSpPr>
          <p:nvPr>
            <p:ph idx="1"/>
          </p:nvPr>
        </p:nvSpPr>
        <p:spPr/>
        <p:txBody>
          <a:bodyPr/>
          <a:lstStyle/>
          <a:p>
            <a:r>
              <a:rPr lang="en-US" dirty="0" smtClean="0"/>
              <a:t>How might this pop() method be useful?</a:t>
            </a:r>
          </a:p>
          <a:p>
            <a:r>
              <a:rPr lang="en-US" dirty="0" smtClean="0"/>
              <a:t>Imagine that the motorcycles in the list are stored in chronological order according to when we owned them.</a:t>
            </a:r>
          </a:p>
          <a:p>
            <a:r>
              <a:rPr lang="en-US" dirty="0" smtClean="0"/>
              <a:t>If this is the case, we can use the pop() method to print a statement about the last motorcycle we bought:</a:t>
            </a:r>
          </a:p>
          <a:p>
            <a:r>
              <a:rPr lang="en-US" dirty="0" smtClean="0"/>
              <a:t>motorcycles = ['</a:t>
            </a:r>
            <a:r>
              <a:rPr lang="en-US" dirty="0" err="1" smtClean="0"/>
              <a:t>honda</a:t>
            </a:r>
            <a:r>
              <a:rPr lang="en-US" dirty="0" smtClean="0"/>
              <a:t>', '</a:t>
            </a:r>
            <a:r>
              <a:rPr lang="en-US" dirty="0" err="1" smtClean="0"/>
              <a:t>yamaha</a:t>
            </a:r>
            <a:r>
              <a:rPr lang="en-US" dirty="0" smtClean="0"/>
              <a:t>', '</a:t>
            </a:r>
            <a:r>
              <a:rPr lang="en-US" dirty="0" err="1" smtClean="0"/>
              <a:t>suzuki</a:t>
            </a:r>
            <a:r>
              <a:rPr lang="en-US" dirty="0" smtClean="0"/>
              <a:t>‘]		 </a:t>
            </a:r>
            <a:r>
              <a:rPr lang="en-US" dirty="0" err="1" smtClean="0"/>
              <a:t>last_owned</a:t>
            </a:r>
            <a:r>
              <a:rPr lang="en-US" dirty="0" smtClean="0"/>
              <a:t> = motorcycles.pop()			 </a:t>
            </a:r>
            <a:r>
              <a:rPr lang="en-US" sz="2000" dirty="0" smtClean="0"/>
              <a:t>print("The last motorcycle I owned was a " + </a:t>
            </a:r>
            <a:r>
              <a:rPr lang="en-US" sz="2000" dirty="0" err="1" smtClean="0"/>
              <a:t>last_owned.title</a:t>
            </a:r>
            <a:r>
              <a:rPr lang="en-US" sz="2000" dirty="0" smtClean="0"/>
              <a:t>() + ".")</a:t>
            </a:r>
          </a:p>
          <a:p>
            <a:r>
              <a:rPr lang="en-US" sz="2400" dirty="0" smtClean="0"/>
              <a:t>The output is a simple sentence about the most recent motorcycle we owned:</a:t>
            </a:r>
          </a:p>
          <a:p>
            <a:r>
              <a:rPr lang="en-US" sz="2400" dirty="0" smtClean="0"/>
              <a:t>The last motorcycle I owned was a Suzuki. </a:t>
            </a:r>
          </a:p>
          <a:p>
            <a:endParaRPr lang="en-US" sz="2400" dirty="0"/>
          </a:p>
        </p:txBody>
      </p:sp>
      <p:sp>
        <p:nvSpPr>
          <p:cNvPr id="4" name="Slide Number Placeholder 3"/>
          <p:cNvSpPr>
            <a:spLocks noGrp="1"/>
          </p:cNvSpPr>
          <p:nvPr>
            <p:ph type="sldNum" sz="quarter" idx="10"/>
          </p:nvPr>
        </p:nvSpPr>
        <p:spPr/>
        <p:txBody>
          <a:bodyPr/>
          <a:lstStyle/>
          <a:p>
            <a:fld id="{A23C1B03-0993-4B56-8AC7-1F376C495DCC}" type="slidenum">
              <a:rPr lang="en-US" smtClean="0"/>
              <a:pPr/>
              <a:t>33</a:t>
            </a:fld>
            <a:endParaRPr lang="en-US"/>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smtClean="0"/>
              <a:t>Popping Items from any Position in a List</a:t>
            </a:r>
            <a:endParaRPr lang="en-US" sz="3200" dirty="0"/>
          </a:p>
        </p:txBody>
      </p:sp>
      <p:sp>
        <p:nvSpPr>
          <p:cNvPr id="3" name="Content Placeholder 2"/>
          <p:cNvSpPr>
            <a:spLocks noGrp="1"/>
          </p:cNvSpPr>
          <p:nvPr>
            <p:ph idx="1"/>
          </p:nvPr>
        </p:nvSpPr>
        <p:spPr/>
        <p:txBody>
          <a:bodyPr/>
          <a:lstStyle/>
          <a:p>
            <a:r>
              <a:rPr lang="en-US" sz="2400" dirty="0" smtClean="0"/>
              <a:t>You can actually use pop() to remove an item in a list at any position by including the index of the item you want to remove in parentheses.</a:t>
            </a:r>
          </a:p>
          <a:p>
            <a:r>
              <a:rPr lang="en-US" sz="2400" dirty="0" smtClean="0"/>
              <a:t>motorcycles = ['</a:t>
            </a:r>
            <a:r>
              <a:rPr lang="en-US" sz="2400" dirty="0" err="1" smtClean="0"/>
              <a:t>honda</a:t>
            </a:r>
            <a:r>
              <a:rPr lang="en-US" sz="2400" dirty="0" smtClean="0"/>
              <a:t>', '</a:t>
            </a:r>
            <a:r>
              <a:rPr lang="en-US" sz="2400" dirty="0" err="1" smtClean="0"/>
              <a:t>yamaha</a:t>
            </a:r>
            <a:r>
              <a:rPr lang="en-US" sz="2400" dirty="0" smtClean="0"/>
              <a:t>', '</a:t>
            </a:r>
            <a:r>
              <a:rPr lang="en-US" sz="2400" dirty="0" err="1" smtClean="0"/>
              <a:t>suzuki</a:t>
            </a:r>
            <a:r>
              <a:rPr lang="en-US" sz="2400" dirty="0" smtClean="0"/>
              <a:t>‘]		 </a:t>
            </a:r>
            <a:r>
              <a:rPr lang="en-US" sz="2400" dirty="0" err="1" smtClean="0"/>
              <a:t>first_owned</a:t>
            </a:r>
            <a:r>
              <a:rPr lang="en-US" sz="2400" dirty="0" smtClean="0"/>
              <a:t> = motorcycles.pop(0)			 	 </a:t>
            </a:r>
            <a:r>
              <a:rPr lang="en-US" sz="2000" dirty="0" smtClean="0"/>
              <a:t>print('The first motorcycle I owned was a ' + </a:t>
            </a:r>
            <a:r>
              <a:rPr lang="en-US" sz="2000" dirty="0" err="1" smtClean="0"/>
              <a:t>first_owned.title</a:t>
            </a:r>
            <a:r>
              <a:rPr lang="en-US" sz="2000" dirty="0" smtClean="0"/>
              <a:t>() + '.')</a:t>
            </a:r>
          </a:p>
          <a:p>
            <a:r>
              <a:rPr lang="en-US" sz="2400" dirty="0" smtClean="0"/>
              <a:t>The first motorcycle I owned was a Honda.</a:t>
            </a:r>
          </a:p>
          <a:p>
            <a:r>
              <a:rPr lang="en-US" sz="2400" b="1" dirty="0" smtClean="0"/>
              <a:t>NOTE:</a:t>
            </a:r>
            <a:r>
              <a:rPr lang="en-US" sz="2400" dirty="0" smtClean="0"/>
              <a:t> If you’re unsure whether to use the del statement or the pop() method, here’s a simple way to decide: when you want to delete an item from a list and not use that item in any way, use the del statement; if you want to use an item as you remove it, use the pop() method.</a:t>
            </a:r>
            <a:endParaRPr lang="en-US" sz="2400" dirty="0"/>
          </a:p>
        </p:txBody>
      </p:sp>
      <p:sp>
        <p:nvSpPr>
          <p:cNvPr id="4" name="Slide Number Placeholder 3"/>
          <p:cNvSpPr>
            <a:spLocks noGrp="1"/>
          </p:cNvSpPr>
          <p:nvPr>
            <p:ph type="sldNum" sz="quarter" idx="10"/>
          </p:nvPr>
        </p:nvSpPr>
        <p:spPr/>
        <p:txBody>
          <a:bodyPr/>
          <a:lstStyle/>
          <a:p>
            <a:fld id="{A23C1B03-0993-4B56-8AC7-1F376C495DCC}" type="slidenum">
              <a:rPr lang="en-US" smtClean="0"/>
              <a:pPr/>
              <a:t>34</a:t>
            </a:fld>
            <a:endParaRPr lang="en-US"/>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Removing an Item by Value</a:t>
            </a:r>
            <a:endParaRPr lang="en-US" dirty="0"/>
          </a:p>
        </p:txBody>
      </p:sp>
      <p:sp>
        <p:nvSpPr>
          <p:cNvPr id="3" name="Content Placeholder 2"/>
          <p:cNvSpPr>
            <a:spLocks noGrp="1"/>
          </p:cNvSpPr>
          <p:nvPr>
            <p:ph idx="1"/>
          </p:nvPr>
        </p:nvSpPr>
        <p:spPr/>
        <p:txBody>
          <a:bodyPr/>
          <a:lstStyle/>
          <a:p>
            <a:r>
              <a:rPr lang="en-US" dirty="0" smtClean="0"/>
              <a:t>Sometimes you won’t know the position of the value you want to remove from a list.</a:t>
            </a:r>
          </a:p>
          <a:p>
            <a:r>
              <a:rPr lang="en-US" dirty="0" smtClean="0"/>
              <a:t>If you only know the value of the item you want to remove, you can use the remove() method.</a:t>
            </a:r>
          </a:p>
          <a:p>
            <a:r>
              <a:rPr lang="en-US" dirty="0" smtClean="0"/>
              <a:t>motorcycles = ['</a:t>
            </a:r>
            <a:r>
              <a:rPr lang="en-US" dirty="0" err="1" smtClean="0"/>
              <a:t>honda</a:t>
            </a:r>
            <a:r>
              <a:rPr lang="en-US" dirty="0" smtClean="0"/>
              <a:t>', '</a:t>
            </a:r>
            <a:r>
              <a:rPr lang="en-US" dirty="0" err="1" smtClean="0"/>
              <a:t>yamaha</a:t>
            </a:r>
            <a:r>
              <a:rPr lang="en-US" dirty="0" smtClean="0"/>
              <a:t>', '</a:t>
            </a:r>
            <a:r>
              <a:rPr lang="en-US" dirty="0" err="1" smtClean="0"/>
              <a:t>suzuki</a:t>
            </a:r>
            <a:r>
              <a:rPr lang="en-US" dirty="0" smtClean="0"/>
              <a:t>', '</a:t>
            </a:r>
            <a:r>
              <a:rPr lang="en-US" dirty="0" err="1" smtClean="0"/>
              <a:t>ducati</a:t>
            </a:r>
            <a:r>
              <a:rPr lang="en-US" dirty="0" smtClean="0"/>
              <a:t>‘] print(motorcycles)		 </a:t>
            </a:r>
            <a:r>
              <a:rPr lang="en-US" dirty="0" err="1" smtClean="0"/>
              <a:t>motorcycles.remove</a:t>
            </a:r>
            <a:r>
              <a:rPr lang="en-US" dirty="0" smtClean="0"/>
              <a:t>('</a:t>
            </a:r>
            <a:r>
              <a:rPr lang="en-US" dirty="0" err="1" smtClean="0"/>
              <a:t>ducati</a:t>
            </a:r>
            <a:r>
              <a:rPr lang="en-US" dirty="0" smtClean="0"/>
              <a:t>‘)			 print(motorcycles)</a:t>
            </a:r>
          </a:p>
          <a:p>
            <a:r>
              <a:rPr lang="en-US" dirty="0" smtClean="0"/>
              <a:t>['</a:t>
            </a:r>
            <a:r>
              <a:rPr lang="en-US" dirty="0" err="1" smtClean="0"/>
              <a:t>honda</a:t>
            </a:r>
            <a:r>
              <a:rPr lang="en-US" dirty="0" smtClean="0"/>
              <a:t>', '</a:t>
            </a:r>
            <a:r>
              <a:rPr lang="en-US" dirty="0" err="1" smtClean="0"/>
              <a:t>yamaha</a:t>
            </a:r>
            <a:r>
              <a:rPr lang="en-US" dirty="0" smtClean="0"/>
              <a:t>', '</a:t>
            </a:r>
            <a:r>
              <a:rPr lang="en-US" dirty="0" err="1" smtClean="0"/>
              <a:t>suzuki</a:t>
            </a:r>
            <a:r>
              <a:rPr lang="en-US" dirty="0" smtClean="0"/>
              <a:t>', '</a:t>
            </a:r>
            <a:r>
              <a:rPr lang="en-US" dirty="0" err="1" smtClean="0"/>
              <a:t>ducati</a:t>
            </a:r>
            <a:r>
              <a:rPr lang="en-US" dirty="0" smtClean="0"/>
              <a:t>‘]			 ['</a:t>
            </a:r>
            <a:r>
              <a:rPr lang="en-US" dirty="0" err="1" smtClean="0"/>
              <a:t>honda</a:t>
            </a:r>
            <a:r>
              <a:rPr lang="en-US" dirty="0" smtClean="0"/>
              <a:t>', '</a:t>
            </a:r>
            <a:r>
              <a:rPr lang="en-US" dirty="0" err="1" smtClean="0"/>
              <a:t>yamaha</a:t>
            </a:r>
            <a:r>
              <a:rPr lang="en-US" dirty="0" smtClean="0"/>
              <a:t>', '</a:t>
            </a:r>
            <a:r>
              <a:rPr lang="en-US" dirty="0" err="1" smtClean="0"/>
              <a:t>suzuki</a:t>
            </a:r>
            <a:r>
              <a:rPr lang="en-US" dirty="0" smtClean="0"/>
              <a:t>']</a:t>
            </a:r>
            <a:endParaRPr lang="en-US" dirty="0"/>
          </a:p>
        </p:txBody>
      </p:sp>
      <p:sp>
        <p:nvSpPr>
          <p:cNvPr id="4" name="Slide Number Placeholder 3"/>
          <p:cNvSpPr>
            <a:spLocks noGrp="1"/>
          </p:cNvSpPr>
          <p:nvPr>
            <p:ph type="sldNum" sz="quarter" idx="10"/>
          </p:nvPr>
        </p:nvSpPr>
        <p:spPr/>
        <p:txBody>
          <a:bodyPr/>
          <a:lstStyle/>
          <a:p>
            <a:fld id="{A23C1B03-0993-4B56-8AC7-1F376C495DCC}" type="slidenum">
              <a:rPr lang="en-US" smtClean="0"/>
              <a:pPr/>
              <a:t>35</a:t>
            </a:fld>
            <a:endParaRPr lang="en-US"/>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Removing an Item by Value</a:t>
            </a:r>
            <a:endParaRPr lang="en-US" dirty="0"/>
          </a:p>
        </p:txBody>
      </p:sp>
      <p:sp>
        <p:nvSpPr>
          <p:cNvPr id="3" name="Content Placeholder 2"/>
          <p:cNvSpPr>
            <a:spLocks noGrp="1"/>
          </p:cNvSpPr>
          <p:nvPr>
            <p:ph idx="1"/>
          </p:nvPr>
        </p:nvSpPr>
        <p:spPr/>
        <p:txBody>
          <a:bodyPr/>
          <a:lstStyle/>
          <a:p>
            <a:r>
              <a:rPr lang="en-US" sz="2400" dirty="0" smtClean="0"/>
              <a:t>motorcycles = ['</a:t>
            </a:r>
            <a:r>
              <a:rPr lang="en-US" sz="2400" dirty="0" err="1" smtClean="0"/>
              <a:t>honda</a:t>
            </a:r>
            <a:r>
              <a:rPr lang="en-US" sz="2400" dirty="0" smtClean="0"/>
              <a:t>', '</a:t>
            </a:r>
            <a:r>
              <a:rPr lang="en-US" sz="2400" dirty="0" err="1" smtClean="0"/>
              <a:t>yamaha</a:t>
            </a:r>
            <a:r>
              <a:rPr lang="en-US" sz="2400" dirty="0" smtClean="0"/>
              <a:t>', '</a:t>
            </a:r>
            <a:r>
              <a:rPr lang="en-US" sz="2400" dirty="0" err="1" smtClean="0"/>
              <a:t>suzuki</a:t>
            </a:r>
            <a:r>
              <a:rPr lang="en-US" sz="2400" dirty="0" smtClean="0"/>
              <a:t>', '</a:t>
            </a:r>
            <a:r>
              <a:rPr lang="en-US" sz="2400" dirty="0" err="1" smtClean="0"/>
              <a:t>ducati</a:t>
            </a:r>
            <a:r>
              <a:rPr lang="en-US" sz="2400" dirty="0" smtClean="0"/>
              <a:t>‘] print(motorcycles)				 		 </a:t>
            </a:r>
            <a:r>
              <a:rPr lang="en-US" sz="2400" dirty="0" err="1" smtClean="0"/>
              <a:t>too_expensive</a:t>
            </a:r>
            <a:r>
              <a:rPr lang="en-US" sz="2400" dirty="0" smtClean="0"/>
              <a:t> = '</a:t>
            </a:r>
            <a:r>
              <a:rPr lang="en-US" sz="2400" dirty="0" err="1" smtClean="0"/>
              <a:t>ducati</a:t>
            </a:r>
            <a:r>
              <a:rPr lang="en-US" sz="2400" dirty="0" smtClean="0"/>
              <a:t>’ 			 </a:t>
            </a:r>
            <a:r>
              <a:rPr lang="en-US" sz="2400" dirty="0" err="1" smtClean="0"/>
              <a:t>motorcycles.remove</a:t>
            </a:r>
            <a:r>
              <a:rPr lang="en-US" sz="2400" dirty="0" smtClean="0"/>
              <a:t>(</a:t>
            </a:r>
            <a:r>
              <a:rPr lang="en-US" sz="2400" dirty="0" err="1" smtClean="0"/>
              <a:t>too_expensive</a:t>
            </a:r>
            <a:r>
              <a:rPr lang="en-US" sz="2400" dirty="0" smtClean="0"/>
              <a:t>)		 print(motorcycles)					 	 print("\</a:t>
            </a:r>
            <a:r>
              <a:rPr lang="en-US" sz="2400" dirty="0" err="1" smtClean="0"/>
              <a:t>nA</a:t>
            </a:r>
            <a:r>
              <a:rPr lang="en-US" sz="2400" dirty="0" smtClean="0"/>
              <a:t> " + </a:t>
            </a:r>
            <a:r>
              <a:rPr lang="en-US" sz="2400" dirty="0" err="1" smtClean="0"/>
              <a:t>too_expensive.title</a:t>
            </a:r>
            <a:r>
              <a:rPr lang="en-US" sz="2400" dirty="0" smtClean="0"/>
              <a:t>() + " is too expensive for me.")</a:t>
            </a:r>
          </a:p>
          <a:p>
            <a:r>
              <a:rPr lang="en-US" sz="2400" dirty="0" smtClean="0"/>
              <a:t>['</a:t>
            </a:r>
            <a:r>
              <a:rPr lang="en-US" sz="2400" dirty="0" err="1" smtClean="0"/>
              <a:t>honda</a:t>
            </a:r>
            <a:r>
              <a:rPr lang="en-US" sz="2400" dirty="0" smtClean="0"/>
              <a:t>', '</a:t>
            </a:r>
            <a:r>
              <a:rPr lang="en-US" sz="2400" dirty="0" err="1" smtClean="0"/>
              <a:t>yamaha</a:t>
            </a:r>
            <a:r>
              <a:rPr lang="en-US" sz="2400" dirty="0" smtClean="0"/>
              <a:t>', '</a:t>
            </a:r>
            <a:r>
              <a:rPr lang="en-US" sz="2400" dirty="0" err="1" smtClean="0"/>
              <a:t>suzuki</a:t>
            </a:r>
            <a:r>
              <a:rPr lang="en-US" sz="2400" dirty="0" smtClean="0"/>
              <a:t>', '</a:t>
            </a:r>
            <a:r>
              <a:rPr lang="en-US" sz="2400" dirty="0" err="1" smtClean="0"/>
              <a:t>ducati</a:t>
            </a:r>
            <a:r>
              <a:rPr lang="en-US" sz="2400" dirty="0" smtClean="0"/>
              <a:t>‘]			 ['</a:t>
            </a:r>
            <a:r>
              <a:rPr lang="en-US" sz="2400" dirty="0" err="1" smtClean="0"/>
              <a:t>honda</a:t>
            </a:r>
            <a:r>
              <a:rPr lang="en-US" sz="2400" dirty="0" smtClean="0"/>
              <a:t>', '</a:t>
            </a:r>
            <a:r>
              <a:rPr lang="en-US" sz="2400" dirty="0" err="1" smtClean="0"/>
              <a:t>yamaha</a:t>
            </a:r>
            <a:r>
              <a:rPr lang="en-US" sz="2400" dirty="0" smtClean="0"/>
              <a:t>', '</a:t>
            </a:r>
            <a:r>
              <a:rPr lang="en-US" sz="2400" dirty="0" err="1" smtClean="0"/>
              <a:t>suzuki</a:t>
            </a:r>
            <a:r>
              <a:rPr lang="en-US" sz="2400" dirty="0" smtClean="0"/>
              <a:t>‘]			 	A Ducati is too expensive for me.</a:t>
            </a:r>
          </a:p>
          <a:p>
            <a:r>
              <a:rPr lang="en-US" sz="2400" b="1" i="1" dirty="0" smtClean="0"/>
              <a:t>NOTE: </a:t>
            </a:r>
            <a:r>
              <a:rPr lang="en-US" sz="2400" i="1" dirty="0" smtClean="0"/>
              <a:t>The remove() method deletes only the first occurrence of the value you specify. If there’s a possibility the value appears more than once in the list, you’ll need to use a loop to determine if all occurrences of the value have been removed.</a:t>
            </a:r>
            <a:endParaRPr lang="en-US" sz="2400" dirty="0"/>
          </a:p>
        </p:txBody>
      </p:sp>
      <p:sp>
        <p:nvSpPr>
          <p:cNvPr id="4" name="Slide Number Placeholder 3"/>
          <p:cNvSpPr>
            <a:spLocks noGrp="1"/>
          </p:cNvSpPr>
          <p:nvPr>
            <p:ph type="sldNum" sz="quarter" idx="10"/>
          </p:nvPr>
        </p:nvSpPr>
        <p:spPr/>
        <p:txBody>
          <a:bodyPr/>
          <a:lstStyle/>
          <a:p>
            <a:fld id="{A23C1B03-0993-4B56-8AC7-1F376C495DCC}" type="slidenum">
              <a:rPr lang="en-US" smtClean="0"/>
              <a:pPr/>
              <a:t>36</a:t>
            </a:fld>
            <a:endParaRPr lang="en-US"/>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Organizing a List</a:t>
            </a:r>
            <a:endParaRPr lang="en-US" dirty="0"/>
          </a:p>
        </p:txBody>
      </p:sp>
      <p:sp>
        <p:nvSpPr>
          <p:cNvPr id="3" name="Content Placeholder 2"/>
          <p:cNvSpPr>
            <a:spLocks noGrp="1"/>
          </p:cNvSpPr>
          <p:nvPr>
            <p:ph idx="1"/>
          </p:nvPr>
        </p:nvSpPr>
        <p:spPr/>
        <p:txBody>
          <a:bodyPr/>
          <a:lstStyle/>
          <a:p>
            <a:r>
              <a:rPr lang="en-US" dirty="0" smtClean="0"/>
              <a:t>Often, your lists will be created in an unpredictable order, because you can’t always control the order in which your users provide their data.</a:t>
            </a:r>
          </a:p>
          <a:p>
            <a:pPr>
              <a:buNone/>
            </a:pPr>
            <a:r>
              <a:rPr lang="en-US" b="1" i="1" u="sng" dirty="0" smtClean="0"/>
              <a:t>Sorting a List Permanently with the sort() Method</a:t>
            </a:r>
          </a:p>
          <a:p>
            <a:r>
              <a:rPr lang="en-US" sz="2400" dirty="0" smtClean="0"/>
              <a:t>Python’s sort() method makes it relatively easy to sort a list alphabetically.</a:t>
            </a:r>
          </a:p>
          <a:p>
            <a:r>
              <a:rPr lang="en-US" sz="2400" dirty="0" smtClean="0"/>
              <a:t>cars = ['</a:t>
            </a:r>
            <a:r>
              <a:rPr lang="en-US" sz="2400" dirty="0" err="1" smtClean="0"/>
              <a:t>bmw</a:t>
            </a:r>
            <a:r>
              <a:rPr lang="en-US" sz="2400" dirty="0" smtClean="0"/>
              <a:t>', '</a:t>
            </a:r>
            <a:r>
              <a:rPr lang="en-US" sz="2400" dirty="0" err="1" smtClean="0"/>
              <a:t>audi</a:t>
            </a:r>
            <a:r>
              <a:rPr lang="en-US" sz="2400" dirty="0" smtClean="0"/>
              <a:t>', '</a:t>
            </a:r>
            <a:r>
              <a:rPr lang="en-US" sz="2400" dirty="0" err="1" smtClean="0"/>
              <a:t>toyota</a:t>
            </a:r>
            <a:r>
              <a:rPr lang="en-US" sz="2400" dirty="0" smtClean="0"/>
              <a:t>', '</a:t>
            </a:r>
            <a:r>
              <a:rPr lang="en-US" sz="2400" dirty="0" err="1" smtClean="0"/>
              <a:t>subaru</a:t>
            </a:r>
            <a:r>
              <a:rPr lang="en-US" sz="2400" dirty="0" smtClean="0"/>
              <a:t>'] 		 	 </a:t>
            </a:r>
            <a:r>
              <a:rPr lang="en-US" sz="2400" dirty="0" err="1" smtClean="0"/>
              <a:t>cars.sort</a:t>
            </a:r>
            <a:r>
              <a:rPr lang="en-US" sz="2400" dirty="0" smtClean="0"/>
              <a:t>()							 print(cars)</a:t>
            </a:r>
          </a:p>
          <a:p>
            <a:r>
              <a:rPr lang="en-US" sz="2400" dirty="0" smtClean="0"/>
              <a:t>The sort() method, changes the order of the list permanently.</a:t>
            </a:r>
          </a:p>
          <a:p>
            <a:r>
              <a:rPr lang="en-US" sz="2400" dirty="0" smtClean="0"/>
              <a:t>['</a:t>
            </a:r>
            <a:r>
              <a:rPr lang="en-US" sz="2400" dirty="0" err="1" smtClean="0"/>
              <a:t>audi</a:t>
            </a:r>
            <a:r>
              <a:rPr lang="en-US" sz="2400" dirty="0" smtClean="0"/>
              <a:t>', '</a:t>
            </a:r>
            <a:r>
              <a:rPr lang="en-US" sz="2400" dirty="0" err="1" smtClean="0"/>
              <a:t>bmw</a:t>
            </a:r>
            <a:r>
              <a:rPr lang="en-US" sz="2400" dirty="0" smtClean="0"/>
              <a:t>', '</a:t>
            </a:r>
            <a:r>
              <a:rPr lang="en-US" sz="2400" dirty="0" err="1" smtClean="0"/>
              <a:t>subaru</a:t>
            </a:r>
            <a:r>
              <a:rPr lang="en-US" sz="2400" dirty="0" smtClean="0"/>
              <a:t>', '</a:t>
            </a:r>
            <a:r>
              <a:rPr lang="en-US" sz="2400" dirty="0" err="1" smtClean="0"/>
              <a:t>toyota</a:t>
            </a:r>
            <a:r>
              <a:rPr lang="en-US" sz="2400" dirty="0" smtClean="0"/>
              <a:t>']</a:t>
            </a:r>
          </a:p>
          <a:p>
            <a:endParaRPr lang="en-US" sz="2400" dirty="0" smtClean="0"/>
          </a:p>
          <a:p>
            <a:endParaRPr lang="en-US" dirty="0"/>
          </a:p>
        </p:txBody>
      </p:sp>
      <p:sp>
        <p:nvSpPr>
          <p:cNvPr id="4" name="Slide Number Placeholder 3"/>
          <p:cNvSpPr>
            <a:spLocks noGrp="1"/>
          </p:cNvSpPr>
          <p:nvPr>
            <p:ph type="sldNum" sz="quarter" idx="10"/>
          </p:nvPr>
        </p:nvSpPr>
        <p:spPr/>
        <p:txBody>
          <a:bodyPr/>
          <a:lstStyle/>
          <a:p>
            <a:fld id="{A23C1B03-0993-4B56-8AC7-1F376C495DCC}" type="slidenum">
              <a:rPr lang="en-US" smtClean="0"/>
              <a:pPr/>
              <a:t>37</a:t>
            </a:fld>
            <a:endParaRPr lang="en-US"/>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b="1" dirty="0" smtClean="0"/>
              <a:t>Sorting a List Permanently with the sort() Method</a:t>
            </a:r>
            <a:endParaRPr lang="en-US" sz="2800" dirty="0"/>
          </a:p>
        </p:txBody>
      </p:sp>
      <p:sp>
        <p:nvSpPr>
          <p:cNvPr id="3" name="Content Placeholder 2"/>
          <p:cNvSpPr>
            <a:spLocks noGrp="1"/>
          </p:cNvSpPr>
          <p:nvPr>
            <p:ph idx="1"/>
          </p:nvPr>
        </p:nvSpPr>
        <p:spPr/>
        <p:txBody>
          <a:bodyPr/>
          <a:lstStyle/>
          <a:p>
            <a:r>
              <a:rPr lang="en-US" dirty="0" smtClean="0"/>
              <a:t>You can also sort this list in reverse alphabetical order by passing the argument </a:t>
            </a:r>
            <a:r>
              <a:rPr lang="en-US" b="1" dirty="0" smtClean="0"/>
              <a:t>reverse=True</a:t>
            </a:r>
            <a:r>
              <a:rPr lang="en-US" dirty="0" smtClean="0"/>
              <a:t> to the sort() method.</a:t>
            </a:r>
          </a:p>
          <a:p>
            <a:r>
              <a:rPr lang="en-US" dirty="0" smtClean="0"/>
              <a:t>cars = ['</a:t>
            </a:r>
            <a:r>
              <a:rPr lang="en-US" dirty="0" err="1" smtClean="0"/>
              <a:t>bmw</a:t>
            </a:r>
            <a:r>
              <a:rPr lang="en-US" dirty="0" smtClean="0"/>
              <a:t>', '</a:t>
            </a:r>
            <a:r>
              <a:rPr lang="en-US" dirty="0" err="1" smtClean="0"/>
              <a:t>audi</a:t>
            </a:r>
            <a:r>
              <a:rPr lang="en-US" dirty="0" smtClean="0"/>
              <a:t>', '</a:t>
            </a:r>
            <a:r>
              <a:rPr lang="en-US" dirty="0" err="1" smtClean="0"/>
              <a:t>toyota</a:t>
            </a:r>
            <a:r>
              <a:rPr lang="en-US" dirty="0" smtClean="0"/>
              <a:t>', '</a:t>
            </a:r>
            <a:r>
              <a:rPr lang="en-US" dirty="0" err="1" smtClean="0"/>
              <a:t>subaru</a:t>
            </a:r>
            <a:r>
              <a:rPr lang="en-US" dirty="0" smtClean="0"/>
              <a:t>‘]	 </a:t>
            </a:r>
            <a:r>
              <a:rPr lang="en-US" dirty="0" err="1" smtClean="0"/>
              <a:t>cars.sort</a:t>
            </a:r>
            <a:r>
              <a:rPr lang="en-US" dirty="0" smtClean="0"/>
              <a:t>(reverse=True)				 print(cars)</a:t>
            </a:r>
          </a:p>
          <a:p>
            <a:endParaRPr lang="en-US" dirty="0" smtClean="0"/>
          </a:p>
          <a:p>
            <a:r>
              <a:rPr lang="en-US" dirty="0" smtClean="0"/>
              <a:t>Again, the order of the list is permanently changed:</a:t>
            </a:r>
          </a:p>
          <a:p>
            <a:endParaRPr lang="en-US" dirty="0" smtClean="0"/>
          </a:p>
          <a:p>
            <a:r>
              <a:rPr lang="en-US" dirty="0" smtClean="0"/>
              <a:t>['</a:t>
            </a:r>
            <a:r>
              <a:rPr lang="en-US" dirty="0" err="1" smtClean="0"/>
              <a:t>toyota</a:t>
            </a:r>
            <a:r>
              <a:rPr lang="en-US" dirty="0" smtClean="0"/>
              <a:t>', '</a:t>
            </a:r>
            <a:r>
              <a:rPr lang="en-US" dirty="0" err="1" smtClean="0"/>
              <a:t>subaru</a:t>
            </a:r>
            <a:r>
              <a:rPr lang="en-US" dirty="0" smtClean="0"/>
              <a:t>', '</a:t>
            </a:r>
            <a:r>
              <a:rPr lang="en-US" dirty="0" err="1" smtClean="0"/>
              <a:t>bmw</a:t>
            </a:r>
            <a:r>
              <a:rPr lang="en-US" dirty="0" smtClean="0"/>
              <a:t>', '</a:t>
            </a:r>
            <a:r>
              <a:rPr lang="en-US" dirty="0" err="1" smtClean="0"/>
              <a:t>audi</a:t>
            </a:r>
            <a:r>
              <a:rPr lang="en-US" dirty="0" smtClean="0"/>
              <a:t>']</a:t>
            </a:r>
          </a:p>
          <a:p>
            <a:endParaRPr lang="en-US" dirty="0"/>
          </a:p>
        </p:txBody>
      </p:sp>
      <p:sp>
        <p:nvSpPr>
          <p:cNvPr id="4" name="Slide Number Placeholder 3"/>
          <p:cNvSpPr>
            <a:spLocks noGrp="1"/>
          </p:cNvSpPr>
          <p:nvPr>
            <p:ph type="sldNum" sz="quarter" idx="10"/>
          </p:nvPr>
        </p:nvSpPr>
        <p:spPr/>
        <p:txBody>
          <a:bodyPr/>
          <a:lstStyle/>
          <a:p>
            <a:fld id="{A23C1B03-0993-4B56-8AC7-1F376C495DCC}" type="slidenum">
              <a:rPr lang="en-US" smtClean="0"/>
              <a:pPr/>
              <a:t>38</a:t>
            </a:fld>
            <a:endParaRPr lang="en-US"/>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b="1" i="1" dirty="0" smtClean="0"/>
              <a:t>Sorting a List Temporarily with the sorted() Function</a:t>
            </a:r>
            <a:endParaRPr lang="en-US" sz="2800" dirty="0"/>
          </a:p>
        </p:txBody>
      </p:sp>
      <p:sp>
        <p:nvSpPr>
          <p:cNvPr id="3" name="Content Placeholder 2"/>
          <p:cNvSpPr>
            <a:spLocks noGrp="1"/>
          </p:cNvSpPr>
          <p:nvPr>
            <p:ph idx="1"/>
          </p:nvPr>
        </p:nvSpPr>
        <p:spPr>
          <a:xfrm>
            <a:off x="457200" y="1371600"/>
            <a:ext cx="8574088" cy="5486400"/>
          </a:xfrm>
        </p:spPr>
        <p:txBody>
          <a:bodyPr/>
          <a:lstStyle/>
          <a:p>
            <a:r>
              <a:rPr lang="en-US" dirty="0" smtClean="0"/>
              <a:t>To maintain the original order of a list but present it in a sorted order, you can use the sorted() function.</a:t>
            </a:r>
          </a:p>
          <a:p>
            <a:r>
              <a:rPr lang="en-US" dirty="0" smtClean="0"/>
              <a:t>The sorted() function lets you display your list in a particular order but doesn’t affect the actual order of the list.</a:t>
            </a:r>
          </a:p>
          <a:p>
            <a:r>
              <a:rPr lang="en-US" dirty="0" smtClean="0"/>
              <a:t>Let’s try this function on the list of cars.</a:t>
            </a:r>
          </a:p>
          <a:p>
            <a:r>
              <a:rPr lang="en-US" sz="2400" dirty="0" smtClean="0"/>
              <a:t>cars = ['</a:t>
            </a:r>
            <a:r>
              <a:rPr lang="en-US" sz="2400" dirty="0" err="1" smtClean="0"/>
              <a:t>bmw</a:t>
            </a:r>
            <a:r>
              <a:rPr lang="en-US" sz="2400" dirty="0" smtClean="0"/>
              <a:t>', '</a:t>
            </a:r>
            <a:r>
              <a:rPr lang="en-US" sz="2400" dirty="0" err="1" smtClean="0"/>
              <a:t>audi</a:t>
            </a:r>
            <a:r>
              <a:rPr lang="en-US" sz="2400" dirty="0" smtClean="0"/>
              <a:t>', '</a:t>
            </a:r>
            <a:r>
              <a:rPr lang="en-US" sz="2400" dirty="0" err="1" smtClean="0"/>
              <a:t>toyota</a:t>
            </a:r>
            <a:r>
              <a:rPr lang="en-US" sz="2400" dirty="0" smtClean="0"/>
              <a:t>', '</a:t>
            </a:r>
            <a:r>
              <a:rPr lang="en-US" sz="2400" dirty="0" err="1" smtClean="0"/>
              <a:t>subaru</a:t>
            </a:r>
            <a:r>
              <a:rPr lang="en-US" sz="2400" dirty="0" smtClean="0"/>
              <a:t>‘]		 	 print("Here is the original list:“)			 	 print(cars)							 print("\</a:t>
            </a:r>
            <a:r>
              <a:rPr lang="en-US" sz="2400" dirty="0" err="1" smtClean="0"/>
              <a:t>nHere</a:t>
            </a:r>
            <a:r>
              <a:rPr lang="en-US" sz="2400" dirty="0" smtClean="0"/>
              <a:t> is the sorted list:“)			 print(sorted(cars))					 	 print("\</a:t>
            </a:r>
            <a:r>
              <a:rPr lang="en-US" sz="2400" dirty="0" err="1" smtClean="0"/>
              <a:t>nHere</a:t>
            </a:r>
            <a:r>
              <a:rPr lang="en-US" sz="2400" dirty="0" smtClean="0"/>
              <a:t> is the original list again:“)			 print(cars)</a:t>
            </a:r>
            <a:endParaRPr lang="en-US" sz="2400" dirty="0"/>
          </a:p>
        </p:txBody>
      </p:sp>
      <p:sp>
        <p:nvSpPr>
          <p:cNvPr id="4" name="Slide Number Placeholder 3"/>
          <p:cNvSpPr>
            <a:spLocks noGrp="1"/>
          </p:cNvSpPr>
          <p:nvPr>
            <p:ph type="sldNum" sz="quarter" idx="10"/>
          </p:nvPr>
        </p:nvSpPr>
        <p:spPr/>
        <p:txBody>
          <a:bodyPr/>
          <a:lstStyle/>
          <a:p>
            <a:fld id="{A23C1B03-0993-4B56-8AC7-1F376C495DCC}" type="slidenum">
              <a:rPr lang="en-US" smtClean="0"/>
              <a:pPr/>
              <a:t>39</a:t>
            </a:fld>
            <a:endParaRPr lang="en-US"/>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i="1" dirty="0" smtClean="0"/>
              <a:t>Sorting a List Temporarily with the sorted() Function</a:t>
            </a:r>
            <a:endParaRPr lang="en-US" sz="3200" dirty="0"/>
          </a:p>
        </p:txBody>
      </p:sp>
      <p:sp>
        <p:nvSpPr>
          <p:cNvPr id="3" name="Content Placeholder 2"/>
          <p:cNvSpPr>
            <a:spLocks noGrp="1"/>
          </p:cNvSpPr>
          <p:nvPr>
            <p:ph idx="1"/>
          </p:nvPr>
        </p:nvSpPr>
        <p:spPr/>
        <p:txBody>
          <a:bodyPr/>
          <a:lstStyle/>
          <a:p>
            <a:r>
              <a:rPr lang="en-US" dirty="0" smtClean="0"/>
              <a:t>Here is the original list:					 ['</a:t>
            </a:r>
            <a:r>
              <a:rPr lang="en-US" dirty="0" err="1" smtClean="0"/>
              <a:t>bmw</a:t>
            </a:r>
            <a:r>
              <a:rPr lang="en-US" dirty="0" smtClean="0"/>
              <a:t>', '</a:t>
            </a:r>
            <a:r>
              <a:rPr lang="en-US" dirty="0" err="1" smtClean="0"/>
              <a:t>audi</a:t>
            </a:r>
            <a:r>
              <a:rPr lang="en-US" dirty="0" smtClean="0"/>
              <a:t>', '</a:t>
            </a:r>
            <a:r>
              <a:rPr lang="en-US" dirty="0" err="1" smtClean="0"/>
              <a:t>toyota</a:t>
            </a:r>
            <a:r>
              <a:rPr lang="en-US" dirty="0" smtClean="0"/>
              <a:t>', '</a:t>
            </a:r>
            <a:r>
              <a:rPr lang="en-US" dirty="0" err="1" smtClean="0"/>
              <a:t>subaru</a:t>
            </a:r>
            <a:r>
              <a:rPr lang="en-US" dirty="0" smtClean="0"/>
              <a:t>‘]				 Here is the sorted list:						 ['</a:t>
            </a:r>
            <a:r>
              <a:rPr lang="en-US" dirty="0" err="1" smtClean="0"/>
              <a:t>audi</a:t>
            </a:r>
            <a:r>
              <a:rPr lang="en-US" dirty="0" smtClean="0"/>
              <a:t>', '</a:t>
            </a:r>
            <a:r>
              <a:rPr lang="en-US" dirty="0" err="1" smtClean="0"/>
              <a:t>bmw</a:t>
            </a:r>
            <a:r>
              <a:rPr lang="en-US" dirty="0" smtClean="0"/>
              <a:t>', '</a:t>
            </a:r>
            <a:r>
              <a:rPr lang="en-US" dirty="0" err="1" smtClean="0"/>
              <a:t>subaru</a:t>
            </a:r>
            <a:r>
              <a:rPr lang="en-US" dirty="0" smtClean="0"/>
              <a:t>', '</a:t>
            </a:r>
            <a:r>
              <a:rPr lang="en-US" dirty="0" err="1" smtClean="0"/>
              <a:t>toyota</a:t>
            </a:r>
            <a:r>
              <a:rPr lang="en-US" dirty="0" smtClean="0"/>
              <a:t>‘]				 Here is the original list again:					 ['</a:t>
            </a:r>
            <a:r>
              <a:rPr lang="en-US" dirty="0" err="1" smtClean="0"/>
              <a:t>bmw</a:t>
            </a:r>
            <a:r>
              <a:rPr lang="en-US" dirty="0" smtClean="0"/>
              <a:t>', '</a:t>
            </a:r>
            <a:r>
              <a:rPr lang="en-US" dirty="0" err="1" smtClean="0"/>
              <a:t>audi</a:t>
            </a:r>
            <a:r>
              <a:rPr lang="en-US" dirty="0" smtClean="0"/>
              <a:t>', '</a:t>
            </a:r>
            <a:r>
              <a:rPr lang="en-US" dirty="0" err="1" smtClean="0"/>
              <a:t>toyota</a:t>
            </a:r>
            <a:r>
              <a:rPr lang="en-US" dirty="0" smtClean="0"/>
              <a:t>', '</a:t>
            </a:r>
            <a:r>
              <a:rPr lang="en-US" dirty="0" err="1" smtClean="0"/>
              <a:t>subaru</a:t>
            </a:r>
            <a:r>
              <a:rPr lang="en-US" dirty="0" smtClean="0"/>
              <a:t>']</a:t>
            </a:r>
          </a:p>
          <a:p>
            <a:r>
              <a:rPr lang="en-US" dirty="0" smtClean="0"/>
              <a:t>Notice that the list still exists in its original order after the sorted() function has been used.</a:t>
            </a:r>
          </a:p>
          <a:p>
            <a:r>
              <a:rPr lang="en-US" dirty="0" smtClean="0"/>
              <a:t>The sorted() function can also accept a </a:t>
            </a:r>
            <a:r>
              <a:rPr lang="en-US" b="1" dirty="0" smtClean="0"/>
              <a:t>reverse=True</a:t>
            </a:r>
            <a:r>
              <a:rPr lang="en-US" dirty="0" smtClean="0"/>
              <a:t> argument if you want to display a list in reverse alphabetical order.</a:t>
            </a:r>
          </a:p>
          <a:p>
            <a:endParaRPr lang="en-US" dirty="0"/>
          </a:p>
        </p:txBody>
      </p:sp>
      <p:sp>
        <p:nvSpPr>
          <p:cNvPr id="4" name="Slide Number Placeholder 3"/>
          <p:cNvSpPr>
            <a:spLocks noGrp="1"/>
          </p:cNvSpPr>
          <p:nvPr>
            <p:ph type="sldNum" sz="quarter" idx="10"/>
          </p:nvPr>
        </p:nvSpPr>
        <p:spPr/>
        <p:txBody>
          <a:bodyPr/>
          <a:lstStyle/>
          <a:p>
            <a:fld id="{A23C1B03-0993-4B56-8AC7-1F376C495DCC}" type="slidenum">
              <a:rPr lang="en-US" smtClean="0"/>
              <a:pPr/>
              <a:t>40</a:t>
            </a:fld>
            <a:endParaRPr lang="en-US"/>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Printing a List in Reverse Order</a:t>
            </a:r>
            <a:endParaRPr lang="en-US" dirty="0"/>
          </a:p>
        </p:txBody>
      </p:sp>
      <p:sp>
        <p:nvSpPr>
          <p:cNvPr id="3" name="Content Placeholder 2"/>
          <p:cNvSpPr>
            <a:spLocks noGrp="1"/>
          </p:cNvSpPr>
          <p:nvPr>
            <p:ph idx="1"/>
          </p:nvPr>
        </p:nvSpPr>
        <p:spPr>
          <a:xfrm>
            <a:off x="457200" y="1371600"/>
            <a:ext cx="8574088" cy="5257800"/>
          </a:xfrm>
        </p:spPr>
        <p:txBody>
          <a:bodyPr/>
          <a:lstStyle/>
          <a:p>
            <a:r>
              <a:rPr lang="en-US" sz="2400" dirty="0" smtClean="0"/>
              <a:t>To reverse the original order of a list, you can use the reverse() method.</a:t>
            </a:r>
          </a:p>
          <a:p>
            <a:r>
              <a:rPr lang="en-US" sz="2400" dirty="0" smtClean="0"/>
              <a:t>cars = ['</a:t>
            </a:r>
            <a:r>
              <a:rPr lang="en-US" sz="2400" dirty="0" err="1" smtClean="0"/>
              <a:t>bmw</a:t>
            </a:r>
            <a:r>
              <a:rPr lang="en-US" sz="2400" dirty="0" smtClean="0"/>
              <a:t>', '</a:t>
            </a:r>
            <a:r>
              <a:rPr lang="en-US" sz="2400" dirty="0" err="1" smtClean="0"/>
              <a:t>audi</a:t>
            </a:r>
            <a:r>
              <a:rPr lang="en-US" sz="2400" dirty="0" smtClean="0"/>
              <a:t>', '</a:t>
            </a:r>
            <a:r>
              <a:rPr lang="en-US" sz="2400" dirty="0" err="1" smtClean="0"/>
              <a:t>toyota</a:t>
            </a:r>
            <a:r>
              <a:rPr lang="en-US" sz="2400" dirty="0" smtClean="0"/>
              <a:t>', '</a:t>
            </a:r>
            <a:r>
              <a:rPr lang="en-US" sz="2400" dirty="0" err="1" smtClean="0"/>
              <a:t>subaru</a:t>
            </a:r>
            <a:r>
              <a:rPr lang="en-US" sz="2400" dirty="0" smtClean="0"/>
              <a:t>‘]		 	 print(cars)							 </a:t>
            </a:r>
            <a:r>
              <a:rPr lang="en-US" sz="2400" dirty="0" err="1" smtClean="0"/>
              <a:t>cars.reverse</a:t>
            </a:r>
            <a:r>
              <a:rPr lang="en-US" sz="2400" dirty="0" smtClean="0"/>
              <a:t>()						 print(cars)</a:t>
            </a:r>
          </a:p>
          <a:p>
            <a:r>
              <a:rPr lang="en-US" sz="2400" dirty="0" smtClean="0"/>
              <a:t>Notice that reverse() doesn’t sort backward alphabetically; it simply reverses the order of the list:</a:t>
            </a:r>
          </a:p>
          <a:p>
            <a:r>
              <a:rPr lang="en-US" sz="2400" dirty="0" smtClean="0"/>
              <a:t>['</a:t>
            </a:r>
            <a:r>
              <a:rPr lang="en-US" sz="2400" dirty="0" err="1" smtClean="0"/>
              <a:t>bmw</a:t>
            </a:r>
            <a:r>
              <a:rPr lang="en-US" sz="2400" dirty="0" smtClean="0"/>
              <a:t>', '</a:t>
            </a:r>
            <a:r>
              <a:rPr lang="en-US" sz="2400" dirty="0" err="1" smtClean="0"/>
              <a:t>audi</a:t>
            </a:r>
            <a:r>
              <a:rPr lang="en-US" sz="2400" dirty="0" smtClean="0"/>
              <a:t>', '</a:t>
            </a:r>
            <a:r>
              <a:rPr lang="en-US" sz="2400" dirty="0" err="1" smtClean="0"/>
              <a:t>toyota</a:t>
            </a:r>
            <a:r>
              <a:rPr lang="en-US" sz="2400" dirty="0" smtClean="0"/>
              <a:t>', '</a:t>
            </a:r>
            <a:r>
              <a:rPr lang="en-US" sz="2400" dirty="0" err="1" smtClean="0"/>
              <a:t>subaru</a:t>
            </a:r>
            <a:r>
              <a:rPr lang="en-US" sz="2400" dirty="0" smtClean="0"/>
              <a:t>‘]				 ['</a:t>
            </a:r>
            <a:r>
              <a:rPr lang="en-US" sz="2400" dirty="0" err="1" smtClean="0"/>
              <a:t>subaru</a:t>
            </a:r>
            <a:r>
              <a:rPr lang="en-US" sz="2400" dirty="0" smtClean="0"/>
              <a:t>', '</a:t>
            </a:r>
            <a:r>
              <a:rPr lang="en-US" sz="2400" dirty="0" err="1" smtClean="0"/>
              <a:t>toyota</a:t>
            </a:r>
            <a:r>
              <a:rPr lang="en-US" sz="2400" dirty="0" smtClean="0"/>
              <a:t>', '</a:t>
            </a:r>
            <a:r>
              <a:rPr lang="en-US" sz="2400" dirty="0" err="1" smtClean="0"/>
              <a:t>audi</a:t>
            </a:r>
            <a:r>
              <a:rPr lang="en-US" sz="2400" dirty="0" smtClean="0"/>
              <a:t>', '</a:t>
            </a:r>
            <a:r>
              <a:rPr lang="en-US" sz="2400" dirty="0" err="1" smtClean="0"/>
              <a:t>bmw</a:t>
            </a:r>
            <a:r>
              <a:rPr lang="en-US" sz="2400" dirty="0" smtClean="0"/>
              <a:t>']</a:t>
            </a:r>
          </a:p>
          <a:p>
            <a:r>
              <a:rPr lang="en-US" sz="2400" b="1" dirty="0" smtClean="0"/>
              <a:t>NOTE:</a:t>
            </a:r>
            <a:r>
              <a:rPr lang="en-US" sz="2400" dirty="0" smtClean="0"/>
              <a:t> The reverse() method changes the order of a list permanently, but you can revert to the original order anytime by applying </a:t>
            </a:r>
            <a:r>
              <a:rPr lang="en-US" sz="2400" i="1" dirty="0" smtClean="0"/>
              <a:t>reverse() </a:t>
            </a:r>
            <a:r>
              <a:rPr lang="en-US" sz="2400" dirty="0" smtClean="0"/>
              <a:t>to the same list a second time.</a:t>
            </a:r>
            <a:endParaRPr lang="en-US" dirty="0" smtClean="0"/>
          </a:p>
          <a:p>
            <a:endParaRPr lang="en-US" dirty="0"/>
          </a:p>
        </p:txBody>
      </p:sp>
      <p:sp>
        <p:nvSpPr>
          <p:cNvPr id="4" name="Slide Number Placeholder 3"/>
          <p:cNvSpPr>
            <a:spLocks noGrp="1"/>
          </p:cNvSpPr>
          <p:nvPr>
            <p:ph type="sldNum" sz="quarter" idx="10"/>
          </p:nvPr>
        </p:nvSpPr>
        <p:spPr/>
        <p:txBody>
          <a:bodyPr/>
          <a:lstStyle/>
          <a:p>
            <a:fld id="{A23C1B03-0993-4B56-8AC7-1F376C495DCC}" type="slidenum">
              <a:rPr lang="en-US" smtClean="0"/>
              <a:pPr/>
              <a:t>41</a:t>
            </a:fld>
            <a:endParaRPr lang="en-US"/>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Finding the Length of a List</a:t>
            </a:r>
            <a:endParaRPr lang="en-US" dirty="0"/>
          </a:p>
        </p:txBody>
      </p:sp>
      <p:sp>
        <p:nvSpPr>
          <p:cNvPr id="3" name="Content Placeholder 2"/>
          <p:cNvSpPr>
            <a:spLocks noGrp="1"/>
          </p:cNvSpPr>
          <p:nvPr>
            <p:ph idx="1"/>
          </p:nvPr>
        </p:nvSpPr>
        <p:spPr>
          <a:xfrm>
            <a:off x="457200" y="1371600"/>
            <a:ext cx="8574088" cy="5257800"/>
          </a:xfrm>
        </p:spPr>
        <p:txBody>
          <a:bodyPr/>
          <a:lstStyle/>
          <a:p>
            <a:r>
              <a:rPr lang="en-US" dirty="0" smtClean="0"/>
              <a:t>You can find the length of a list by using the </a:t>
            </a:r>
            <a:r>
              <a:rPr lang="en-US" dirty="0" err="1" smtClean="0"/>
              <a:t>len</a:t>
            </a:r>
            <a:r>
              <a:rPr lang="en-US" dirty="0" smtClean="0"/>
              <a:t>() function.</a:t>
            </a:r>
          </a:p>
          <a:p>
            <a:r>
              <a:rPr lang="en-US" dirty="0" smtClean="0"/>
              <a:t>cars = ['</a:t>
            </a:r>
            <a:r>
              <a:rPr lang="en-US" dirty="0" err="1" smtClean="0"/>
              <a:t>bmw</a:t>
            </a:r>
            <a:r>
              <a:rPr lang="en-US" dirty="0" smtClean="0"/>
              <a:t>', '</a:t>
            </a:r>
            <a:r>
              <a:rPr lang="en-US" dirty="0" err="1" smtClean="0"/>
              <a:t>audi</a:t>
            </a:r>
            <a:r>
              <a:rPr lang="en-US" dirty="0" smtClean="0"/>
              <a:t>', '</a:t>
            </a:r>
            <a:r>
              <a:rPr lang="en-US" dirty="0" err="1" smtClean="0"/>
              <a:t>toyota</a:t>
            </a:r>
            <a:r>
              <a:rPr lang="en-US" dirty="0" smtClean="0"/>
              <a:t>', '</a:t>
            </a:r>
            <a:r>
              <a:rPr lang="en-US" dirty="0" err="1" smtClean="0"/>
              <a:t>subaru</a:t>
            </a:r>
            <a:r>
              <a:rPr lang="en-US" dirty="0" smtClean="0"/>
              <a:t>'] 	 	 print(</a:t>
            </a:r>
            <a:r>
              <a:rPr lang="en-US" dirty="0" err="1" smtClean="0"/>
              <a:t>len</a:t>
            </a:r>
            <a:r>
              <a:rPr lang="en-US" dirty="0" smtClean="0"/>
              <a:t>(cars))</a:t>
            </a:r>
          </a:p>
          <a:p>
            <a:r>
              <a:rPr lang="en-US" dirty="0" smtClean="0"/>
              <a:t>4</a:t>
            </a:r>
          </a:p>
          <a:p>
            <a:pPr>
              <a:buNone/>
            </a:pPr>
            <a:r>
              <a:rPr lang="en-US" b="1" dirty="0" smtClean="0"/>
              <a:t>Avoiding Index Errors When Working with Lists</a:t>
            </a:r>
          </a:p>
          <a:p>
            <a:r>
              <a:rPr lang="en-US" dirty="0" smtClean="0"/>
              <a:t>motorcycles = ['</a:t>
            </a:r>
            <a:r>
              <a:rPr lang="en-US" dirty="0" err="1" smtClean="0"/>
              <a:t>honda</a:t>
            </a:r>
            <a:r>
              <a:rPr lang="en-US" dirty="0" smtClean="0"/>
              <a:t>', '</a:t>
            </a:r>
            <a:r>
              <a:rPr lang="en-US" dirty="0" err="1" smtClean="0"/>
              <a:t>yamaha</a:t>
            </a:r>
            <a:r>
              <a:rPr lang="en-US" dirty="0" smtClean="0"/>
              <a:t>', '</a:t>
            </a:r>
            <a:r>
              <a:rPr lang="en-US" dirty="0" err="1" smtClean="0"/>
              <a:t>suzuki</a:t>
            </a:r>
            <a:r>
              <a:rPr lang="en-US" dirty="0" smtClean="0"/>
              <a:t>‘] print(motorcycles[3])</a:t>
            </a:r>
          </a:p>
          <a:p>
            <a:r>
              <a:rPr lang="en-US" dirty="0" smtClean="0"/>
              <a:t>This example results in an </a:t>
            </a:r>
            <a:r>
              <a:rPr lang="en-US" i="1" dirty="0" smtClean="0"/>
              <a:t>index error:</a:t>
            </a:r>
          </a:p>
          <a:p>
            <a:endParaRPr lang="en-US" b="1" dirty="0" smtClean="0"/>
          </a:p>
          <a:p>
            <a:pPr>
              <a:buNone/>
            </a:pPr>
            <a:endParaRPr lang="en-US" dirty="0" smtClean="0"/>
          </a:p>
          <a:p>
            <a:pPr>
              <a:buNone/>
            </a:pPr>
            <a:endParaRPr lang="en-US" dirty="0"/>
          </a:p>
        </p:txBody>
      </p:sp>
      <p:sp>
        <p:nvSpPr>
          <p:cNvPr id="4" name="Slide Number Placeholder 3"/>
          <p:cNvSpPr>
            <a:spLocks noGrp="1"/>
          </p:cNvSpPr>
          <p:nvPr>
            <p:ph type="sldNum" sz="quarter" idx="10"/>
          </p:nvPr>
        </p:nvSpPr>
        <p:spPr/>
        <p:txBody>
          <a:bodyPr/>
          <a:lstStyle/>
          <a:p>
            <a:fld id="{A23C1B03-0993-4B56-8AC7-1F376C495DCC}" type="slidenum">
              <a:rPr lang="en-US" smtClean="0"/>
              <a:pPr/>
              <a:t>42</a:t>
            </a:fld>
            <a:endParaRPr lang="en-US"/>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smtClean="0"/>
              <a:t>Avoiding Index Errors When Working with Lists</a:t>
            </a:r>
            <a:endParaRPr lang="en-US" sz="3200" dirty="0"/>
          </a:p>
        </p:txBody>
      </p:sp>
      <p:sp>
        <p:nvSpPr>
          <p:cNvPr id="3" name="Content Placeholder 2"/>
          <p:cNvSpPr>
            <a:spLocks noGrp="1"/>
          </p:cNvSpPr>
          <p:nvPr>
            <p:ph idx="1"/>
          </p:nvPr>
        </p:nvSpPr>
        <p:spPr>
          <a:xfrm>
            <a:off x="438150" y="1219200"/>
            <a:ext cx="8574088" cy="5486400"/>
          </a:xfrm>
        </p:spPr>
        <p:txBody>
          <a:bodyPr/>
          <a:lstStyle/>
          <a:p>
            <a:r>
              <a:rPr lang="en-US" dirty="0" err="1" smtClean="0"/>
              <a:t>Traceback</a:t>
            </a:r>
            <a:r>
              <a:rPr lang="en-US" dirty="0" smtClean="0"/>
              <a:t> (most recent call last):				File "motorcycles.py", line 3, in &lt;module&gt; 	print(motorcycles[3])				 </a:t>
            </a:r>
            <a:r>
              <a:rPr lang="en-US" dirty="0" err="1" smtClean="0"/>
              <a:t>IndexError</a:t>
            </a:r>
            <a:r>
              <a:rPr lang="en-US" dirty="0" smtClean="0"/>
              <a:t>: list index out of range</a:t>
            </a:r>
          </a:p>
          <a:p>
            <a:r>
              <a:rPr lang="en-US" dirty="0" smtClean="0"/>
              <a:t>Keep in mind that whenever you want to access the last item in a list you use the index </a:t>
            </a:r>
            <a:r>
              <a:rPr lang="en-US" b="1" dirty="0" smtClean="0"/>
              <a:t>-1</a:t>
            </a:r>
            <a:r>
              <a:rPr lang="en-US" dirty="0" smtClean="0"/>
              <a:t>.</a:t>
            </a:r>
          </a:p>
          <a:p>
            <a:r>
              <a:rPr lang="en-US" dirty="0" smtClean="0"/>
              <a:t>This will always work, even if your list has changed	 size since the last time you accessed it:</a:t>
            </a:r>
          </a:p>
          <a:p>
            <a:r>
              <a:rPr lang="en-US" dirty="0" smtClean="0"/>
              <a:t>motorcycles = ['</a:t>
            </a:r>
            <a:r>
              <a:rPr lang="en-US" dirty="0" err="1" smtClean="0"/>
              <a:t>honda</a:t>
            </a:r>
            <a:r>
              <a:rPr lang="en-US" dirty="0" smtClean="0"/>
              <a:t>', '</a:t>
            </a:r>
            <a:r>
              <a:rPr lang="en-US" dirty="0" err="1" smtClean="0"/>
              <a:t>yamaha</a:t>
            </a:r>
            <a:r>
              <a:rPr lang="en-US" dirty="0" smtClean="0"/>
              <a:t>', '</a:t>
            </a:r>
            <a:r>
              <a:rPr lang="en-US" dirty="0" err="1" smtClean="0"/>
              <a:t>suzuki</a:t>
            </a:r>
            <a:r>
              <a:rPr lang="en-US" dirty="0" smtClean="0"/>
              <a:t>‘]	 print(motorcycles[-1]) </a:t>
            </a:r>
            <a:r>
              <a:rPr lang="en-US" dirty="0" smtClean="0">
                <a:sym typeface="Wingdings" pitchFamily="2" charset="2"/>
              </a:rPr>
              <a:t> </a:t>
            </a:r>
            <a:r>
              <a:rPr lang="en-US" dirty="0" smtClean="0"/>
              <a:t>'</a:t>
            </a:r>
            <a:r>
              <a:rPr lang="en-US" dirty="0" err="1" smtClean="0"/>
              <a:t>suzuki</a:t>
            </a:r>
            <a:r>
              <a:rPr lang="en-US" dirty="0" smtClean="0"/>
              <a:t>'</a:t>
            </a:r>
          </a:p>
          <a:p>
            <a:r>
              <a:rPr lang="en-US" dirty="0" smtClean="0"/>
              <a:t>The index -1 always returns the last item in a list, in this case the value '</a:t>
            </a:r>
            <a:r>
              <a:rPr lang="en-US" dirty="0" err="1" smtClean="0"/>
              <a:t>suzuki</a:t>
            </a:r>
            <a:r>
              <a:rPr lang="en-US" dirty="0" smtClean="0"/>
              <a:t>'</a:t>
            </a:r>
            <a:endParaRPr lang="en-US" dirty="0"/>
          </a:p>
        </p:txBody>
      </p:sp>
      <p:sp>
        <p:nvSpPr>
          <p:cNvPr id="4" name="Slide Number Placeholder 3"/>
          <p:cNvSpPr>
            <a:spLocks noGrp="1"/>
          </p:cNvSpPr>
          <p:nvPr>
            <p:ph type="sldNum" sz="quarter" idx="10"/>
          </p:nvPr>
        </p:nvSpPr>
        <p:spPr/>
        <p:txBody>
          <a:bodyPr/>
          <a:lstStyle/>
          <a:p>
            <a:fld id="{A23C1B03-0993-4B56-8AC7-1F376C495DCC}" type="slidenum">
              <a:rPr lang="en-US" smtClean="0"/>
              <a:pPr/>
              <a:t>43</a:t>
            </a:fld>
            <a:endParaRPr lang="en-US"/>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smtClean="0"/>
              <a:t>Avoiding Index Errors When Working with Lists</a:t>
            </a:r>
            <a:endParaRPr lang="en-US" sz="3200" dirty="0"/>
          </a:p>
        </p:txBody>
      </p:sp>
      <p:sp>
        <p:nvSpPr>
          <p:cNvPr id="3" name="Content Placeholder 2"/>
          <p:cNvSpPr>
            <a:spLocks noGrp="1"/>
          </p:cNvSpPr>
          <p:nvPr>
            <p:ph idx="1"/>
          </p:nvPr>
        </p:nvSpPr>
        <p:spPr/>
        <p:txBody>
          <a:bodyPr/>
          <a:lstStyle/>
          <a:p>
            <a:r>
              <a:rPr lang="en-US" dirty="0" smtClean="0"/>
              <a:t>The only time this approach will cause an error is when you request the last item from an empty list:</a:t>
            </a:r>
          </a:p>
          <a:p>
            <a:r>
              <a:rPr lang="en-US" dirty="0" smtClean="0"/>
              <a:t>motorcycles = [ ]						 print(motorcycles[-1])</a:t>
            </a:r>
          </a:p>
          <a:p>
            <a:r>
              <a:rPr lang="en-US" dirty="0" smtClean="0"/>
              <a:t>No items are in motorcycles, so Python returns another index error:</a:t>
            </a:r>
          </a:p>
          <a:p>
            <a:r>
              <a:rPr lang="en-US" dirty="0" err="1" smtClean="0"/>
              <a:t>Traceback</a:t>
            </a:r>
            <a:r>
              <a:rPr lang="en-US" dirty="0" smtClean="0"/>
              <a:t> (most recent call last):				File "motorcyles.py", line 3, in &lt;module&gt; 	print(motorcycles[-1])				 </a:t>
            </a:r>
            <a:r>
              <a:rPr lang="en-US" dirty="0" err="1" smtClean="0"/>
              <a:t>IndexError</a:t>
            </a:r>
            <a:r>
              <a:rPr lang="en-US" dirty="0" smtClean="0"/>
              <a:t>: list index out of range</a:t>
            </a:r>
            <a:endParaRPr lang="en-US" dirty="0"/>
          </a:p>
        </p:txBody>
      </p:sp>
      <p:sp>
        <p:nvSpPr>
          <p:cNvPr id="4" name="Slide Number Placeholder 3"/>
          <p:cNvSpPr>
            <a:spLocks noGrp="1"/>
          </p:cNvSpPr>
          <p:nvPr>
            <p:ph type="sldNum" sz="quarter" idx="10"/>
          </p:nvPr>
        </p:nvSpPr>
        <p:spPr/>
        <p:txBody>
          <a:bodyPr/>
          <a:lstStyle/>
          <a:p>
            <a:fld id="{A23C1B03-0993-4B56-8AC7-1F376C495DCC}" type="slidenum">
              <a:rPr lang="en-US" smtClean="0"/>
              <a:pPr/>
              <a:t>44</a:t>
            </a:fld>
            <a:endParaRPr lang="en-US"/>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Basic List </a:t>
            </a:r>
            <a:r>
              <a:rPr lang="en-US" b="1" dirty="0" smtClean="0"/>
              <a:t>Operations</a:t>
            </a:r>
            <a:endParaRPr lang="en-US" dirty="0"/>
          </a:p>
        </p:txBody>
      </p:sp>
      <p:sp>
        <p:nvSpPr>
          <p:cNvPr id="3" name="Content Placeholder 2"/>
          <p:cNvSpPr>
            <a:spLocks noGrp="1"/>
          </p:cNvSpPr>
          <p:nvPr>
            <p:ph idx="1"/>
          </p:nvPr>
        </p:nvSpPr>
        <p:spPr/>
        <p:txBody>
          <a:bodyPr/>
          <a:lstStyle/>
          <a:p>
            <a:r>
              <a:rPr lang="en-US" dirty="0"/>
              <a:t>Lists respond to the + and * operators much like strings; they mean concatenation and repetition here too, except that the result is a new list, not a string</a:t>
            </a:r>
            <a:r>
              <a:rPr lang="en-US" dirty="0" smtClean="0"/>
              <a:t>.</a:t>
            </a:r>
          </a:p>
          <a:p>
            <a:r>
              <a:rPr lang="en-US" dirty="0"/>
              <a:t>In fact, lists respond to all of the general sequence operations we used on </a:t>
            </a:r>
            <a:r>
              <a:rPr lang="en-US" dirty="0" smtClean="0"/>
              <a:t>strings.</a:t>
            </a:r>
            <a:endParaRPr lang="en-US" dirty="0"/>
          </a:p>
        </p:txBody>
      </p:sp>
      <p:sp>
        <p:nvSpPr>
          <p:cNvPr id="4" name="Slide Number Placeholder 3"/>
          <p:cNvSpPr>
            <a:spLocks noGrp="1"/>
          </p:cNvSpPr>
          <p:nvPr>
            <p:ph type="sldNum" sz="quarter" idx="10"/>
          </p:nvPr>
        </p:nvSpPr>
        <p:spPr/>
        <p:txBody>
          <a:bodyPr/>
          <a:lstStyle/>
          <a:p>
            <a:fld id="{A23C1B03-0993-4B56-8AC7-1F376C495DCC}" type="slidenum">
              <a:rPr lang="en-US" smtClean="0"/>
              <a:pPr/>
              <a:t>45</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xmlns="" val="2465488697"/>
              </p:ext>
            </p:extLst>
          </p:nvPr>
        </p:nvGraphicFramePr>
        <p:xfrm>
          <a:off x="542941" y="3872429"/>
          <a:ext cx="8488347" cy="2651760"/>
        </p:xfrm>
        <a:graphic>
          <a:graphicData uri="http://schemas.openxmlformats.org/drawingml/2006/table">
            <a:tbl>
              <a:tblPr/>
              <a:tblGrid>
                <a:gridCol w="2829449"/>
                <a:gridCol w="2829449"/>
                <a:gridCol w="2829449"/>
              </a:tblGrid>
              <a:tr h="0">
                <a:tc>
                  <a:txBody>
                    <a:bodyPr/>
                    <a:lstStyle/>
                    <a:p>
                      <a:r>
                        <a:rPr lang="en-US" sz="2400" b="1" dirty="0">
                          <a:solidFill>
                            <a:schemeClr val="accent6">
                              <a:lumMod val="75000"/>
                            </a:schemeClr>
                          </a:solidFill>
                          <a:effectLst/>
                        </a:rPr>
                        <a:t>Python Expression</a:t>
                      </a:r>
                    </a:p>
                  </a:txBody>
                  <a:tcPr anchor="ctr">
                    <a:lnL>
                      <a:noFill/>
                    </a:lnL>
                    <a:lnR>
                      <a:noFill/>
                    </a:lnR>
                    <a:lnT>
                      <a:noFill/>
                    </a:lnT>
                    <a:lnB>
                      <a:noFill/>
                    </a:lnB>
                  </a:tcPr>
                </a:tc>
                <a:tc>
                  <a:txBody>
                    <a:bodyPr/>
                    <a:lstStyle/>
                    <a:p>
                      <a:r>
                        <a:rPr lang="en-US" sz="2400" b="1" dirty="0">
                          <a:solidFill>
                            <a:schemeClr val="accent6">
                              <a:lumMod val="75000"/>
                            </a:schemeClr>
                          </a:solidFill>
                          <a:effectLst/>
                        </a:rPr>
                        <a:t>Results </a:t>
                      </a:r>
                    </a:p>
                  </a:txBody>
                  <a:tcPr anchor="ctr">
                    <a:lnL>
                      <a:noFill/>
                    </a:lnL>
                    <a:lnR>
                      <a:noFill/>
                    </a:lnR>
                    <a:lnT>
                      <a:noFill/>
                    </a:lnT>
                    <a:lnB>
                      <a:noFill/>
                    </a:lnB>
                  </a:tcPr>
                </a:tc>
                <a:tc>
                  <a:txBody>
                    <a:bodyPr/>
                    <a:lstStyle/>
                    <a:p>
                      <a:r>
                        <a:rPr lang="en-US" sz="2400" b="1" dirty="0">
                          <a:solidFill>
                            <a:schemeClr val="accent6">
                              <a:lumMod val="75000"/>
                            </a:schemeClr>
                          </a:solidFill>
                          <a:effectLst/>
                        </a:rPr>
                        <a:t>Description</a:t>
                      </a:r>
                    </a:p>
                  </a:txBody>
                  <a:tcPr anchor="ctr">
                    <a:lnL>
                      <a:noFill/>
                    </a:lnL>
                    <a:lnR>
                      <a:noFill/>
                    </a:lnR>
                    <a:lnT>
                      <a:noFill/>
                    </a:lnT>
                    <a:lnB>
                      <a:noFill/>
                    </a:lnB>
                  </a:tcPr>
                </a:tc>
              </a:tr>
              <a:tr h="0">
                <a:tc>
                  <a:txBody>
                    <a:bodyPr/>
                    <a:lstStyle/>
                    <a:p>
                      <a:r>
                        <a:rPr lang="en-US" sz="2400" dirty="0" err="1"/>
                        <a:t>len</a:t>
                      </a:r>
                      <a:r>
                        <a:rPr lang="en-US" sz="2400" dirty="0"/>
                        <a:t>([1, 2, 3])</a:t>
                      </a:r>
                    </a:p>
                  </a:txBody>
                  <a:tcPr anchor="ctr">
                    <a:lnL>
                      <a:noFill/>
                    </a:lnL>
                    <a:lnR>
                      <a:noFill/>
                    </a:lnR>
                    <a:lnT>
                      <a:noFill/>
                    </a:lnT>
                    <a:lnB>
                      <a:noFill/>
                    </a:lnB>
                  </a:tcPr>
                </a:tc>
                <a:tc>
                  <a:txBody>
                    <a:bodyPr/>
                    <a:lstStyle/>
                    <a:p>
                      <a:r>
                        <a:rPr lang="en-US" sz="2400" dirty="0"/>
                        <a:t>3</a:t>
                      </a:r>
                    </a:p>
                  </a:txBody>
                  <a:tcPr anchor="ctr">
                    <a:lnL>
                      <a:noFill/>
                    </a:lnL>
                    <a:lnR>
                      <a:noFill/>
                    </a:lnR>
                    <a:lnT>
                      <a:noFill/>
                    </a:lnT>
                    <a:lnB>
                      <a:noFill/>
                    </a:lnB>
                  </a:tcPr>
                </a:tc>
                <a:tc>
                  <a:txBody>
                    <a:bodyPr/>
                    <a:lstStyle/>
                    <a:p>
                      <a:r>
                        <a:rPr lang="en-US" sz="2400"/>
                        <a:t>Length</a:t>
                      </a:r>
                    </a:p>
                  </a:txBody>
                  <a:tcPr anchor="ctr">
                    <a:lnL>
                      <a:noFill/>
                    </a:lnL>
                    <a:lnR>
                      <a:noFill/>
                    </a:lnR>
                    <a:lnT>
                      <a:noFill/>
                    </a:lnT>
                    <a:lnB>
                      <a:noFill/>
                    </a:lnB>
                  </a:tcPr>
                </a:tc>
              </a:tr>
              <a:tr h="0">
                <a:tc>
                  <a:txBody>
                    <a:bodyPr/>
                    <a:lstStyle/>
                    <a:p>
                      <a:r>
                        <a:rPr lang="en-US" sz="2400" dirty="0"/>
                        <a:t>[1, 2, 3] + [4, 5, 6]</a:t>
                      </a:r>
                    </a:p>
                  </a:txBody>
                  <a:tcPr anchor="ctr">
                    <a:lnL>
                      <a:noFill/>
                    </a:lnL>
                    <a:lnR>
                      <a:noFill/>
                    </a:lnR>
                    <a:lnT>
                      <a:noFill/>
                    </a:lnT>
                    <a:lnB>
                      <a:noFill/>
                    </a:lnB>
                  </a:tcPr>
                </a:tc>
                <a:tc>
                  <a:txBody>
                    <a:bodyPr/>
                    <a:lstStyle/>
                    <a:p>
                      <a:r>
                        <a:rPr lang="en-US" sz="2400" dirty="0"/>
                        <a:t>[1, 2, 3, 4, 5, 6]</a:t>
                      </a:r>
                    </a:p>
                  </a:txBody>
                  <a:tcPr anchor="ctr">
                    <a:lnL>
                      <a:noFill/>
                    </a:lnL>
                    <a:lnR>
                      <a:noFill/>
                    </a:lnR>
                    <a:lnT>
                      <a:noFill/>
                    </a:lnT>
                    <a:lnB>
                      <a:noFill/>
                    </a:lnB>
                  </a:tcPr>
                </a:tc>
                <a:tc>
                  <a:txBody>
                    <a:bodyPr/>
                    <a:lstStyle/>
                    <a:p>
                      <a:r>
                        <a:rPr lang="en-US" sz="2400" dirty="0"/>
                        <a:t>Concatenation</a:t>
                      </a:r>
                    </a:p>
                  </a:txBody>
                  <a:tcPr anchor="ctr">
                    <a:lnL>
                      <a:noFill/>
                    </a:lnL>
                    <a:lnR>
                      <a:noFill/>
                    </a:lnR>
                    <a:lnT>
                      <a:noFill/>
                    </a:lnT>
                    <a:lnB>
                      <a:noFill/>
                    </a:lnB>
                  </a:tcPr>
                </a:tc>
              </a:tr>
              <a:tr h="0">
                <a:tc>
                  <a:txBody>
                    <a:bodyPr/>
                    <a:lstStyle/>
                    <a:p>
                      <a:r>
                        <a:rPr lang="en-US" sz="2400"/>
                        <a:t>['Hi!'] * 4</a:t>
                      </a:r>
                    </a:p>
                  </a:txBody>
                  <a:tcPr anchor="ctr">
                    <a:lnL>
                      <a:noFill/>
                    </a:lnL>
                    <a:lnR>
                      <a:noFill/>
                    </a:lnR>
                    <a:lnT>
                      <a:noFill/>
                    </a:lnT>
                    <a:lnB>
                      <a:noFill/>
                    </a:lnB>
                  </a:tcPr>
                </a:tc>
                <a:tc>
                  <a:txBody>
                    <a:bodyPr/>
                    <a:lstStyle/>
                    <a:p>
                      <a:r>
                        <a:rPr lang="en-US" sz="2400" dirty="0"/>
                        <a:t>['Hi!', 'Hi!', 'Hi!', 'Hi!']</a:t>
                      </a:r>
                    </a:p>
                  </a:txBody>
                  <a:tcPr anchor="ctr">
                    <a:lnL>
                      <a:noFill/>
                    </a:lnL>
                    <a:lnR>
                      <a:noFill/>
                    </a:lnR>
                    <a:lnT>
                      <a:noFill/>
                    </a:lnT>
                    <a:lnB>
                      <a:noFill/>
                    </a:lnB>
                  </a:tcPr>
                </a:tc>
                <a:tc>
                  <a:txBody>
                    <a:bodyPr/>
                    <a:lstStyle/>
                    <a:p>
                      <a:r>
                        <a:rPr lang="en-US" sz="2400" dirty="0"/>
                        <a:t>Repetition</a:t>
                      </a:r>
                    </a:p>
                  </a:txBody>
                  <a:tcPr anchor="ctr">
                    <a:lnL>
                      <a:noFill/>
                    </a:lnL>
                    <a:lnR>
                      <a:noFill/>
                    </a:lnR>
                    <a:lnT>
                      <a:noFill/>
                    </a:lnT>
                    <a:lnB>
                      <a:noFill/>
                    </a:lnB>
                  </a:tcPr>
                </a:tc>
              </a:tr>
              <a:tr h="0">
                <a:tc>
                  <a:txBody>
                    <a:bodyPr/>
                    <a:lstStyle/>
                    <a:p>
                      <a:r>
                        <a:rPr lang="en-US" sz="2400"/>
                        <a:t>3 in [1, 2, 3]</a:t>
                      </a:r>
                    </a:p>
                  </a:txBody>
                  <a:tcPr anchor="ctr">
                    <a:lnL>
                      <a:noFill/>
                    </a:lnL>
                    <a:lnR>
                      <a:noFill/>
                    </a:lnR>
                    <a:lnT>
                      <a:noFill/>
                    </a:lnT>
                    <a:lnB>
                      <a:noFill/>
                    </a:lnB>
                  </a:tcPr>
                </a:tc>
                <a:tc>
                  <a:txBody>
                    <a:bodyPr/>
                    <a:lstStyle/>
                    <a:p>
                      <a:r>
                        <a:rPr lang="en-US" sz="2400"/>
                        <a:t>True</a:t>
                      </a:r>
                    </a:p>
                  </a:txBody>
                  <a:tcPr anchor="ctr">
                    <a:lnL>
                      <a:noFill/>
                    </a:lnL>
                    <a:lnR>
                      <a:noFill/>
                    </a:lnR>
                    <a:lnT>
                      <a:noFill/>
                    </a:lnT>
                    <a:lnB>
                      <a:noFill/>
                    </a:lnB>
                  </a:tcPr>
                </a:tc>
                <a:tc>
                  <a:txBody>
                    <a:bodyPr/>
                    <a:lstStyle/>
                    <a:p>
                      <a:r>
                        <a:rPr lang="en-US" sz="2400" dirty="0"/>
                        <a:t>Membership</a:t>
                      </a:r>
                    </a:p>
                  </a:txBody>
                  <a:tcPr anchor="ctr">
                    <a:lnL>
                      <a:noFill/>
                    </a:lnL>
                    <a:lnR>
                      <a:noFill/>
                    </a:lnR>
                    <a:lnT>
                      <a:noFill/>
                    </a:lnT>
                    <a:lnB>
                      <a:noFill/>
                    </a:lnB>
                  </a:tcPr>
                </a:tc>
              </a:tr>
            </a:tbl>
          </a:graphicData>
        </a:graphic>
      </p:graphicFrame>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t>Built-in List </a:t>
            </a:r>
            <a:r>
              <a:rPr lang="en-US" sz="3600" b="1" dirty="0" smtClean="0"/>
              <a:t>Methods:</a:t>
            </a:r>
            <a:endParaRPr lang="en-US" sz="3600" dirty="0"/>
          </a:p>
        </p:txBody>
      </p:sp>
      <p:sp>
        <p:nvSpPr>
          <p:cNvPr id="3" name="Content Placeholder 2"/>
          <p:cNvSpPr>
            <a:spLocks noGrp="1"/>
          </p:cNvSpPr>
          <p:nvPr>
            <p:ph idx="1"/>
          </p:nvPr>
        </p:nvSpPr>
        <p:spPr/>
        <p:txBody>
          <a:bodyPr/>
          <a:lstStyle/>
          <a:p>
            <a:r>
              <a:rPr lang="en-US" sz="3200" dirty="0" err="1">
                <a:hlinkClick r:id="rId2"/>
              </a:rPr>
              <a:t>len</a:t>
            </a:r>
            <a:r>
              <a:rPr lang="en-US" sz="3200" dirty="0">
                <a:hlinkClick r:id="rId2"/>
              </a:rPr>
              <a:t>(list)</a:t>
            </a:r>
            <a:endParaRPr lang="en-US" sz="3200" dirty="0"/>
          </a:p>
          <a:p>
            <a:r>
              <a:rPr lang="en-US" sz="3200" dirty="0" smtClean="0"/>
              <a:t>Gives </a:t>
            </a:r>
            <a:r>
              <a:rPr lang="en-US" sz="3200" dirty="0"/>
              <a:t>the total length of the list</a:t>
            </a:r>
            <a:r>
              <a:rPr lang="en-US" sz="3200" dirty="0" smtClean="0"/>
              <a:t>.</a:t>
            </a:r>
          </a:p>
          <a:p>
            <a:r>
              <a:rPr lang="en-US" sz="3200" dirty="0"/>
              <a:t>list1, list2 = [123, 'xyz', '</a:t>
            </a:r>
            <a:r>
              <a:rPr lang="en-US" sz="3200" dirty="0" err="1"/>
              <a:t>zara</a:t>
            </a:r>
            <a:r>
              <a:rPr lang="en-US" sz="3200" dirty="0"/>
              <a:t>'], [456, '</a:t>
            </a:r>
            <a:r>
              <a:rPr lang="en-US" sz="3200" dirty="0" err="1"/>
              <a:t>abc</a:t>
            </a:r>
            <a:r>
              <a:rPr lang="en-US" sz="3200" dirty="0" smtClean="0"/>
              <a:t>']		 print</a:t>
            </a:r>
            <a:r>
              <a:rPr lang="en-US" sz="3200" dirty="0"/>
              <a:t>("First list length : ", </a:t>
            </a:r>
            <a:r>
              <a:rPr lang="en-US" sz="3200" dirty="0" err="1"/>
              <a:t>len</a:t>
            </a:r>
            <a:r>
              <a:rPr lang="en-US" sz="3200" dirty="0"/>
              <a:t>(list1</a:t>
            </a:r>
            <a:r>
              <a:rPr lang="en-US" sz="3200" dirty="0" smtClean="0"/>
              <a:t>))			 print</a:t>
            </a:r>
            <a:r>
              <a:rPr lang="en-US" sz="3200" dirty="0"/>
              <a:t>("Second list length : ", </a:t>
            </a:r>
            <a:r>
              <a:rPr lang="en-US" sz="3200" dirty="0" err="1"/>
              <a:t>len</a:t>
            </a:r>
            <a:r>
              <a:rPr lang="en-US" sz="3200" dirty="0"/>
              <a:t>(list2</a:t>
            </a:r>
            <a:r>
              <a:rPr lang="en-US" sz="3200" dirty="0" smtClean="0"/>
              <a:t>))</a:t>
            </a:r>
          </a:p>
          <a:p>
            <a:r>
              <a:rPr lang="en-US" sz="3200" dirty="0"/>
              <a:t>First list length :  </a:t>
            </a:r>
            <a:r>
              <a:rPr lang="en-US" sz="3200" dirty="0" smtClean="0"/>
              <a:t>3						 Second </a:t>
            </a:r>
            <a:r>
              <a:rPr lang="en-US" sz="3200" dirty="0"/>
              <a:t>list length :  2</a:t>
            </a:r>
          </a:p>
        </p:txBody>
      </p:sp>
      <p:sp>
        <p:nvSpPr>
          <p:cNvPr id="4" name="Slide Number Placeholder 3"/>
          <p:cNvSpPr>
            <a:spLocks noGrp="1"/>
          </p:cNvSpPr>
          <p:nvPr>
            <p:ph type="sldNum" sz="quarter" idx="10"/>
          </p:nvPr>
        </p:nvSpPr>
        <p:spPr/>
        <p:txBody>
          <a:bodyPr/>
          <a:lstStyle/>
          <a:p>
            <a:fld id="{A23C1B03-0993-4B56-8AC7-1F376C495DCC}" type="slidenum">
              <a:rPr lang="en-US" smtClean="0"/>
              <a:pPr/>
              <a:t>46</a:t>
            </a:fld>
            <a:endParaRPr lang="en-US"/>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Built-in List Methods:</a:t>
            </a:r>
            <a:endParaRPr lang="en-US" dirty="0"/>
          </a:p>
        </p:txBody>
      </p:sp>
      <p:sp>
        <p:nvSpPr>
          <p:cNvPr id="3" name="Content Placeholder 2"/>
          <p:cNvSpPr>
            <a:spLocks noGrp="1"/>
          </p:cNvSpPr>
          <p:nvPr>
            <p:ph idx="1"/>
          </p:nvPr>
        </p:nvSpPr>
        <p:spPr/>
        <p:txBody>
          <a:bodyPr/>
          <a:lstStyle/>
          <a:p>
            <a:r>
              <a:rPr lang="en-US" sz="3200" dirty="0">
                <a:hlinkClick r:id="rId2"/>
              </a:rPr>
              <a:t>max(list)</a:t>
            </a:r>
            <a:endParaRPr lang="en-US" sz="3200" dirty="0"/>
          </a:p>
          <a:p>
            <a:r>
              <a:rPr lang="en-US" sz="3200" dirty="0" smtClean="0"/>
              <a:t>Returns </a:t>
            </a:r>
            <a:r>
              <a:rPr lang="en-US" sz="3200" dirty="0"/>
              <a:t>item from the list with max value</a:t>
            </a:r>
            <a:r>
              <a:rPr lang="en-US" sz="3200" dirty="0" smtClean="0"/>
              <a:t>.</a:t>
            </a:r>
          </a:p>
          <a:p>
            <a:r>
              <a:rPr lang="en-US" dirty="0"/>
              <a:t>list1, list2 = ['</a:t>
            </a:r>
            <a:r>
              <a:rPr lang="en-US" dirty="0" err="1"/>
              <a:t>pqr</a:t>
            </a:r>
            <a:r>
              <a:rPr lang="en-US" dirty="0"/>
              <a:t>', 'xyz', '</a:t>
            </a:r>
            <a:r>
              <a:rPr lang="en-US" dirty="0" err="1"/>
              <a:t>zara</a:t>
            </a:r>
            <a:r>
              <a:rPr lang="en-US" dirty="0"/>
              <a:t>', '</a:t>
            </a:r>
            <a:r>
              <a:rPr lang="en-US" dirty="0" err="1"/>
              <a:t>abc</a:t>
            </a:r>
            <a:r>
              <a:rPr lang="en-US" dirty="0"/>
              <a:t>'], [456, 700, </a:t>
            </a:r>
            <a:r>
              <a:rPr lang="en-US" dirty="0" smtClean="0"/>
              <a:t>200]</a:t>
            </a:r>
            <a:r>
              <a:rPr lang="en-US" sz="3200" dirty="0" smtClean="0"/>
              <a:t> print</a:t>
            </a:r>
            <a:r>
              <a:rPr lang="en-US" sz="3200" dirty="0"/>
              <a:t>("Max value element : ", max(list1</a:t>
            </a:r>
            <a:r>
              <a:rPr lang="en-US" sz="3200" dirty="0" smtClean="0"/>
              <a:t>))		 print</a:t>
            </a:r>
            <a:r>
              <a:rPr lang="en-US" sz="3200" dirty="0"/>
              <a:t>("Max value element : ", max(list2</a:t>
            </a:r>
            <a:r>
              <a:rPr lang="en-US" sz="3200" dirty="0" smtClean="0"/>
              <a:t>))</a:t>
            </a:r>
          </a:p>
          <a:p>
            <a:r>
              <a:rPr lang="en-US" sz="3200" dirty="0"/>
              <a:t>Max value element :  </a:t>
            </a:r>
            <a:r>
              <a:rPr lang="en-US" sz="3200" dirty="0" err="1" smtClean="0"/>
              <a:t>zara</a:t>
            </a:r>
            <a:r>
              <a:rPr lang="en-US" sz="3200" dirty="0" smtClean="0"/>
              <a:t> 				 Max </a:t>
            </a:r>
            <a:r>
              <a:rPr lang="en-US" sz="3200" dirty="0"/>
              <a:t>value element :  </a:t>
            </a:r>
            <a:r>
              <a:rPr lang="en-US" sz="3200" dirty="0" smtClean="0"/>
              <a:t>700</a:t>
            </a:r>
          </a:p>
          <a:p>
            <a:r>
              <a:rPr lang="en-US" sz="3200" b="1" dirty="0" smtClean="0"/>
              <a:t>NOTE:</a:t>
            </a:r>
            <a:r>
              <a:rPr lang="en-US" sz="3200" dirty="0" smtClean="0"/>
              <a:t> In using max(list) function, make sure that elements in the given list are of same type.</a:t>
            </a:r>
            <a:endParaRPr lang="en-US" sz="3200" dirty="0"/>
          </a:p>
        </p:txBody>
      </p:sp>
      <p:sp>
        <p:nvSpPr>
          <p:cNvPr id="4" name="Slide Number Placeholder 3"/>
          <p:cNvSpPr>
            <a:spLocks noGrp="1"/>
          </p:cNvSpPr>
          <p:nvPr>
            <p:ph type="sldNum" sz="quarter" idx="10"/>
          </p:nvPr>
        </p:nvSpPr>
        <p:spPr/>
        <p:txBody>
          <a:bodyPr/>
          <a:lstStyle/>
          <a:p>
            <a:fld id="{A23C1B03-0993-4B56-8AC7-1F376C495DCC}" type="slidenum">
              <a:rPr lang="en-US" smtClean="0"/>
              <a:pPr/>
              <a:t>47</a:t>
            </a:fld>
            <a:endParaRPr lang="en-US"/>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Built-in List Methods:</a:t>
            </a:r>
            <a:endParaRPr lang="en-US" dirty="0"/>
          </a:p>
        </p:txBody>
      </p:sp>
      <p:sp>
        <p:nvSpPr>
          <p:cNvPr id="3" name="Content Placeholder 2"/>
          <p:cNvSpPr>
            <a:spLocks noGrp="1"/>
          </p:cNvSpPr>
          <p:nvPr>
            <p:ph idx="1"/>
          </p:nvPr>
        </p:nvSpPr>
        <p:spPr/>
        <p:txBody>
          <a:bodyPr/>
          <a:lstStyle/>
          <a:p>
            <a:r>
              <a:rPr lang="en-US" sz="3200" dirty="0">
                <a:hlinkClick r:id="rId2"/>
              </a:rPr>
              <a:t>min(list)</a:t>
            </a:r>
            <a:endParaRPr lang="en-US" sz="3200" dirty="0"/>
          </a:p>
          <a:p>
            <a:r>
              <a:rPr lang="en-US" sz="3200" dirty="0" smtClean="0"/>
              <a:t>Returns </a:t>
            </a:r>
            <a:r>
              <a:rPr lang="en-US" sz="3200" dirty="0"/>
              <a:t>item from the list with min value</a:t>
            </a:r>
            <a:r>
              <a:rPr lang="en-US" sz="3200" dirty="0" smtClean="0"/>
              <a:t>.</a:t>
            </a:r>
          </a:p>
          <a:p>
            <a:r>
              <a:rPr lang="en-US" sz="3200" dirty="0"/>
              <a:t>list1, list2 = </a:t>
            </a:r>
            <a:r>
              <a:rPr lang="en-US" sz="3200" dirty="0" smtClean="0"/>
              <a:t>['xyz</a:t>
            </a:r>
            <a:r>
              <a:rPr lang="en-US" sz="3200" dirty="0"/>
              <a:t>', '</a:t>
            </a:r>
            <a:r>
              <a:rPr lang="en-US" sz="3200" dirty="0" err="1"/>
              <a:t>zara</a:t>
            </a:r>
            <a:r>
              <a:rPr lang="en-US" sz="3200" dirty="0"/>
              <a:t>', '</a:t>
            </a:r>
            <a:r>
              <a:rPr lang="en-US" sz="3200" dirty="0" err="1"/>
              <a:t>abc</a:t>
            </a:r>
            <a:r>
              <a:rPr lang="en-US" sz="3200" dirty="0"/>
              <a:t>'], [456, 700, </a:t>
            </a:r>
            <a:r>
              <a:rPr lang="en-US" sz="3200" dirty="0" smtClean="0"/>
              <a:t>200]	 print("</a:t>
            </a:r>
            <a:r>
              <a:rPr lang="en-US" sz="3200" dirty="0"/>
              <a:t>min value element : ", </a:t>
            </a:r>
            <a:r>
              <a:rPr lang="en-US" sz="3200" dirty="0" smtClean="0"/>
              <a:t>min(list1))		 print("</a:t>
            </a:r>
            <a:r>
              <a:rPr lang="en-US" sz="3200" dirty="0"/>
              <a:t>min value element : ", min(list2</a:t>
            </a:r>
            <a:r>
              <a:rPr lang="en-US" sz="3200" dirty="0" smtClean="0"/>
              <a:t>))</a:t>
            </a:r>
          </a:p>
          <a:p>
            <a:r>
              <a:rPr lang="en-US" sz="3200" dirty="0"/>
              <a:t>min value element :  </a:t>
            </a:r>
            <a:r>
              <a:rPr lang="en-US" sz="3200" dirty="0" err="1" smtClean="0"/>
              <a:t>abc</a:t>
            </a:r>
            <a:r>
              <a:rPr lang="en-US" sz="3200" dirty="0" smtClean="0"/>
              <a:t>					 min </a:t>
            </a:r>
            <a:r>
              <a:rPr lang="en-US" sz="3200" dirty="0"/>
              <a:t>value element :  200</a:t>
            </a:r>
          </a:p>
        </p:txBody>
      </p:sp>
      <p:sp>
        <p:nvSpPr>
          <p:cNvPr id="4" name="Slide Number Placeholder 3"/>
          <p:cNvSpPr>
            <a:spLocks noGrp="1"/>
          </p:cNvSpPr>
          <p:nvPr>
            <p:ph type="sldNum" sz="quarter" idx="10"/>
          </p:nvPr>
        </p:nvSpPr>
        <p:spPr/>
        <p:txBody>
          <a:bodyPr/>
          <a:lstStyle/>
          <a:p>
            <a:fld id="{A23C1B03-0993-4B56-8AC7-1F376C495DCC}" type="slidenum">
              <a:rPr lang="en-US" smtClean="0"/>
              <a:pPr/>
              <a:t>48</a:t>
            </a:fld>
            <a:endParaRPr lang="en-US"/>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Built-in List Methods:</a:t>
            </a:r>
            <a:endParaRPr lang="en-US" dirty="0"/>
          </a:p>
        </p:txBody>
      </p:sp>
      <p:sp>
        <p:nvSpPr>
          <p:cNvPr id="3" name="Content Placeholder 2"/>
          <p:cNvSpPr>
            <a:spLocks noGrp="1"/>
          </p:cNvSpPr>
          <p:nvPr>
            <p:ph idx="1"/>
          </p:nvPr>
        </p:nvSpPr>
        <p:spPr>
          <a:xfrm>
            <a:off x="457200" y="1371600"/>
            <a:ext cx="8574088" cy="5257800"/>
          </a:xfrm>
        </p:spPr>
        <p:txBody>
          <a:bodyPr/>
          <a:lstStyle/>
          <a:p>
            <a:r>
              <a:rPr lang="en-US" sz="3200" dirty="0" err="1">
                <a:hlinkClick r:id="rId2"/>
              </a:rPr>
              <a:t>list.count</a:t>
            </a:r>
            <a:r>
              <a:rPr lang="en-US" sz="3200" dirty="0">
                <a:hlinkClick r:id="rId2"/>
              </a:rPr>
              <a:t>(</a:t>
            </a:r>
            <a:r>
              <a:rPr lang="en-US" sz="3200" dirty="0" err="1">
                <a:hlinkClick r:id="rId2"/>
              </a:rPr>
              <a:t>obj</a:t>
            </a:r>
            <a:r>
              <a:rPr lang="en-US" sz="3200" dirty="0">
                <a:hlinkClick r:id="rId2"/>
              </a:rPr>
              <a:t>)</a:t>
            </a:r>
            <a:endParaRPr lang="en-US" sz="3200" dirty="0"/>
          </a:p>
          <a:p>
            <a:r>
              <a:rPr lang="en-US" sz="3200" dirty="0" smtClean="0"/>
              <a:t>Returns </a:t>
            </a:r>
            <a:r>
              <a:rPr lang="en-US" sz="3200" dirty="0"/>
              <a:t>count of how many times </a:t>
            </a:r>
            <a:r>
              <a:rPr lang="en-US" sz="3200" dirty="0" err="1"/>
              <a:t>obj</a:t>
            </a:r>
            <a:r>
              <a:rPr lang="en-US" sz="3200" dirty="0"/>
              <a:t> occurs in </a:t>
            </a:r>
            <a:r>
              <a:rPr lang="en-US" sz="3200" dirty="0" smtClean="0"/>
              <a:t>list</a:t>
            </a:r>
          </a:p>
          <a:p>
            <a:r>
              <a:rPr lang="en-US" sz="3200" dirty="0" err="1"/>
              <a:t>aList</a:t>
            </a:r>
            <a:r>
              <a:rPr lang="en-US" sz="3200" dirty="0"/>
              <a:t> = [123, 'xyz', '</a:t>
            </a:r>
            <a:r>
              <a:rPr lang="en-US" sz="3200" dirty="0" err="1"/>
              <a:t>zara</a:t>
            </a:r>
            <a:r>
              <a:rPr lang="en-US" sz="3200" dirty="0"/>
              <a:t>', '</a:t>
            </a:r>
            <a:r>
              <a:rPr lang="en-US" sz="3200" dirty="0" err="1"/>
              <a:t>abc</a:t>
            </a:r>
            <a:r>
              <a:rPr lang="en-US" sz="3200" dirty="0"/>
              <a:t>', 123</a:t>
            </a:r>
            <a:r>
              <a:rPr lang="en-US" sz="3200" dirty="0" smtClean="0"/>
              <a:t>];		 print</a:t>
            </a:r>
            <a:r>
              <a:rPr lang="en-US" sz="3200" dirty="0"/>
              <a:t>("Count for 123 : ", </a:t>
            </a:r>
            <a:r>
              <a:rPr lang="en-US" sz="3200" dirty="0" err="1"/>
              <a:t>aList.count</a:t>
            </a:r>
            <a:r>
              <a:rPr lang="en-US" sz="3200" dirty="0"/>
              <a:t>(123</a:t>
            </a:r>
            <a:r>
              <a:rPr lang="en-US" sz="3200" dirty="0" smtClean="0"/>
              <a:t>))		 print</a:t>
            </a:r>
            <a:r>
              <a:rPr lang="en-US" sz="3200" dirty="0"/>
              <a:t>("Count for </a:t>
            </a:r>
            <a:r>
              <a:rPr lang="en-US" sz="3200" dirty="0" err="1"/>
              <a:t>zara</a:t>
            </a:r>
            <a:r>
              <a:rPr lang="en-US" sz="3200" dirty="0"/>
              <a:t> : ", </a:t>
            </a:r>
            <a:r>
              <a:rPr lang="en-US" sz="3200" dirty="0" err="1"/>
              <a:t>aList.count</a:t>
            </a:r>
            <a:r>
              <a:rPr lang="en-US" sz="3200" dirty="0"/>
              <a:t>('</a:t>
            </a:r>
            <a:r>
              <a:rPr lang="en-US" sz="3200" dirty="0" err="1"/>
              <a:t>zara</a:t>
            </a:r>
            <a:r>
              <a:rPr lang="en-US" sz="3200" dirty="0" smtClean="0"/>
              <a:t>')) print</a:t>
            </a:r>
            <a:r>
              <a:rPr lang="en-US" sz="3200" dirty="0"/>
              <a:t>("Count for </a:t>
            </a:r>
            <a:r>
              <a:rPr lang="en-US" sz="3200" dirty="0" smtClean="0"/>
              <a:t>456 </a:t>
            </a:r>
            <a:r>
              <a:rPr lang="en-US" sz="3200" dirty="0"/>
              <a:t>: ", </a:t>
            </a:r>
            <a:r>
              <a:rPr lang="en-US" sz="3200" dirty="0" err="1"/>
              <a:t>aList.count</a:t>
            </a:r>
            <a:r>
              <a:rPr lang="en-US" sz="3200" dirty="0"/>
              <a:t>(456</a:t>
            </a:r>
            <a:r>
              <a:rPr lang="en-US" sz="3200" dirty="0" smtClean="0"/>
              <a:t>))</a:t>
            </a:r>
          </a:p>
          <a:p>
            <a:r>
              <a:rPr lang="en-US" sz="3200" dirty="0"/>
              <a:t>Count for 123 :  </a:t>
            </a:r>
            <a:r>
              <a:rPr lang="en-US" sz="3200" dirty="0" smtClean="0"/>
              <a:t>2						 Count </a:t>
            </a:r>
            <a:r>
              <a:rPr lang="en-US" sz="3200" dirty="0"/>
              <a:t>for </a:t>
            </a:r>
            <a:r>
              <a:rPr lang="en-US" sz="3200" dirty="0" err="1"/>
              <a:t>zara</a:t>
            </a:r>
            <a:r>
              <a:rPr lang="en-US" sz="3200" dirty="0"/>
              <a:t> :  </a:t>
            </a:r>
            <a:r>
              <a:rPr lang="en-US" sz="3200" dirty="0" smtClean="0"/>
              <a:t>1						 Count </a:t>
            </a:r>
            <a:r>
              <a:rPr lang="en-US" sz="3200" dirty="0"/>
              <a:t>for </a:t>
            </a:r>
            <a:r>
              <a:rPr lang="en-US" sz="3200" dirty="0" smtClean="0"/>
              <a:t>456 </a:t>
            </a:r>
            <a:r>
              <a:rPr lang="en-US" sz="3200" dirty="0"/>
              <a:t>:  0</a:t>
            </a:r>
          </a:p>
        </p:txBody>
      </p:sp>
      <p:sp>
        <p:nvSpPr>
          <p:cNvPr id="4" name="Slide Number Placeholder 3"/>
          <p:cNvSpPr>
            <a:spLocks noGrp="1"/>
          </p:cNvSpPr>
          <p:nvPr>
            <p:ph type="sldNum" sz="quarter" idx="10"/>
          </p:nvPr>
        </p:nvSpPr>
        <p:spPr/>
        <p:txBody>
          <a:bodyPr/>
          <a:lstStyle/>
          <a:p>
            <a:fld id="{A23C1B03-0993-4B56-8AC7-1F376C495DCC}" type="slidenum">
              <a:rPr lang="en-US" smtClean="0"/>
              <a:pPr/>
              <a:t>49</a:t>
            </a:fld>
            <a:endParaRPr lang="en-US"/>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Built-in List Methods:</a:t>
            </a:r>
            <a:endParaRPr lang="en-US" dirty="0"/>
          </a:p>
        </p:txBody>
      </p:sp>
      <p:sp>
        <p:nvSpPr>
          <p:cNvPr id="3" name="Content Placeholder 2"/>
          <p:cNvSpPr>
            <a:spLocks noGrp="1"/>
          </p:cNvSpPr>
          <p:nvPr>
            <p:ph idx="1"/>
          </p:nvPr>
        </p:nvSpPr>
        <p:spPr>
          <a:xfrm>
            <a:off x="457200" y="1371600"/>
            <a:ext cx="8574088" cy="5334000"/>
          </a:xfrm>
        </p:spPr>
        <p:txBody>
          <a:bodyPr/>
          <a:lstStyle/>
          <a:p>
            <a:r>
              <a:rPr lang="en-US" sz="3200" dirty="0" err="1">
                <a:hlinkClick r:id="rId2"/>
              </a:rPr>
              <a:t>list.extend</a:t>
            </a:r>
            <a:r>
              <a:rPr lang="en-US" sz="3200" dirty="0">
                <a:hlinkClick r:id="rId2"/>
              </a:rPr>
              <a:t>(</a:t>
            </a:r>
            <a:r>
              <a:rPr lang="en-US" sz="3200" dirty="0" err="1">
                <a:hlinkClick r:id="rId2"/>
              </a:rPr>
              <a:t>seq</a:t>
            </a:r>
            <a:r>
              <a:rPr lang="en-US" sz="3200" dirty="0" smtClean="0">
                <a:hlinkClick r:id="rId2"/>
              </a:rPr>
              <a:t>)</a:t>
            </a:r>
            <a:endParaRPr lang="en-US" sz="3200" dirty="0"/>
          </a:p>
          <a:p>
            <a:r>
              <a:rPr lang="en-US" sz="3200" dirty="0" smtClean="0"/>
              <a:t>Appends </a:t>
            </a:r>
            <a:r>
              <a:rPr lang="en-US" sz="3200" dirty="0"/>
              <a:t>the contents of </a:t>
            </a:r>
            <a:r>
              <a:rPr lang="en-US" sz="3200" dirty="0" err="1"/>
              <a:t>seq</a:t>
            </a:r>
            <a:r>
              <a:rPr lang="en-US" sz="3200" dirty="0"/>
              <a:t> to </a:t>
            </a:r>
            <a:r>
              <a:rPr lang="en-US" sz="3200" dirty="0" smtClean="0"/>
              <a:t>list</a:t>
            </a:r>
          </a:p>
          <a:p>
            <a:r>
              <a:rPr lang="en-US" sz="3200" dirty="0" err="1"/>
              <a:t>aList</a:t>
            </a:r>
            <a:r>
              <a:rPr lang="en-US" sz="3200" dirty="0"/>
              <a:t> = [123, 'xyz', '</a:t>
            </a:r>
            <a:r>
              <a:rPr lang="en-US" sz="3200" dirty="0" err="1"/>
              <a:t>zara</a:t>
            </a:r>
            <a:r>
              <a:rPr lang="en-US" sz="3200" dirty="0"/>
              <a:t>', '</a:t>
            </a:r>
            <a:r>
              <a:rPr lang="en-US" sz="3200" dirty="0" err="1"/>
              <a:t>abc</a:t>
            </a:r>
            <a:r>
              <a:rPr lang="en-US" sz="3200" dirty="0"/>
              <a:t>', 123</a:t>
            </a:r>
            <a:r>
              <a:rPr lang="en-US" sz="3200" dirty="0" smtClean="0"/>
              <a:t>];			 </a:t>
            </a:r>
            <a:r>
              <a:rPr lang="en-US" sz="3200" dirty="0" err="1" smtClean="0"/>
              <a:t>bList</a:t>
            </a:r>
            <a:r>
              <a:rPr lang="en-US" sz="3200" dirty="0" smtClean="0"/>
              <a:t> </a:t>
            </a:r>
            <a:r>
              <a:rPr lang="en-US" sz="3200" dirty="0"/>
              <a:t>= [2009, '</a:t>
            </a:r>
            <a:r>
              <a:rPr lang="en-US" sz="3200" dirty="0" err="1"/>
              <a:t>pqr</a:t>
            </a:r>
            <a:r>
              <a:rPr lang="en-US" sz="3200" dirty="0" smtClean="0"/>
              <a:t>'];					 </a:t>
            </a:r>
            <a:r>
              <a:rPr lang="en-US" sz="3200" dirty="0" err="1" smtClean="0"/>
              <a:t>aList.extend</a:t>
            </a:r>
            <a:r>
              <a:rPr lang="en-US" sz="3200" dirty="0" smtClean="0"/>
              <a:t>(</a:t>
            </a:r>
            <a:r>
              <a:rPr lang="en-US" sz="3200" dirty="0" err="1" smtClean="0"/>
              <a:t>bList</a:t>
            </a:r>
            <a:r>
              <a:rPr lang="en-US" sz="3200" dirty="0" smtClean="0"/>
              <a:t>)				 print</a:t>
            </a:r>
            <a:r>
              <a:rPr lang="en-US" sz="3200" dirty="0"/>
              <a:t>("Extended List : ", </a:t>
            </a:r>
            <a:r>
              <a:rPr lang="en-US" sz="3200" dirty="0" err="1"/>
              <a:t>aList</a:t>
            </a:r>
            <a:r>
              <a:rPr lang="en-US" sz="3200" dirty="0" smtClean="0"/>
              <a:t>)</a:t>
            </a:r>
          </a:p>
          <a:p>
            <a:r>
              <a:rPr lang="en-US" sz="3200" dirty="0"/>
              <a:t>Extended List :  [123, 'xyz', '</a:t>
            </a:r>
            <a:r>
              <a:rPr lang="en-US" sz="3200" dirty="0" err="1"/>
              <a:t>zara</a:t>
            </a:r>
            <a:r>
              <a:rPr lang="en-US" sz="3200" dirty="0"/>
              <a:t>', '</a:t>
            </a:r>
            <a:r>
              <a:rPr lang="en-US" sz="3200" dirty="0" err="1"/>
              <a:t>abc</a:t>
            </a:r>
            <a:r>
              <a:rPr lang="en-US" sz="3200" dirty="0"/>
              <a:t>', 123, 2009, '</a:t>
            </a:r>
            <a:r>
              <a:rPr lang="en-US" sz="3200" dirty="0" err="1"/>
              <a:t>pqr</a:t>
            </a:r>
            <a:r>
              <a:rPr lang="en-US" sz="3200" dirty="0" smtClean="0"/>
              <a:t>']</a:t>
            </a:r>
          </a:p>
          <a:p>
            <a:r>
              <a:rPr lang="en-US" sz="3200" b="1" dirty="0" smtClean="0"/>
              <a:t>NOTE:</a:t>
            </a:r>
            <a:r>
              <a:rPr lang="en-US" sz="3200" dirty="0" smtClean="0"/>
              <a:t> You can also extends list by using </a:t>
            </a:r>
            <a:r>
              <a:rPr lang="en-US" sz="3200" b="1" dirty="0" smtClean="0"/>
              <a:t>+</a:t>
            </a:r>
            <a:r>
              <a:rPr lang="en-US" sz="3200" dirty="0" smtClean="0"/>
              <a:t> (concatenation) operator. </a:t>
            </a:r>
            <a:r>
              <a:rPr lang="en-US" sz="3200" dirty="0" err="1" smtClean="0"/>
              <a:t>E.g</a:t>
            </a:r>
            <a:r>
              <a:rPr lang="en-US" sz="3200" dirty="0" smtClean="0"/>
              <a:t> </a:t>
            </a:r>
            <a:r>
              <a:rPr lang="en-US" sz="3200" dirty="0" err="1" smtClean="0"/>
              <a:t>aList</a:t>
            </a:r>
            <a:r>
              <a:rPr lang="en-US" sz="3200" dirty="0" smtClean="0"/>
              <a:t> + </a:t>
            </a:r>
            <a:r>
              <a:rPr lang="en-US" sz="3200" dirty="0" err="1" smtClean="0"/>
              <a:t>bList</a:t>
            </a:r>
            <a:endParaRPr lang="en-US" sz="3200" dirty="0"/>
          </a:p>
          <a:p>
            <a:endParaRPr lang="en-US" dirty="0"/>
          </a:p>
        </p:txBody>
      </p:sp>
      <p:sp>
        <p:nvSpPr>
          <p:cNvPr id="4" name="Slide Number Placeholder 3"/>
          <p:cNvSpPr>
            <a:spLocks noGrp="1"/>
          </p:cNvSpPr>
          <p:nvPr>
            <p:ph type="sldNum" sz="quarter" idx="10"/>
          </p:nvPr>
        </p:nvSpPr>
        <p:spPr/>
        <p:txBody>
          <a:bodyPr/>
          <a:lstStyle/>
          <a:p>
            <a:fld id="{A23C1B03-0993-4B56-8AC7-1F376C495DCC}" type="slidenum">
              <a:rPr lang="en-US" smtClean="0"/>
              <a:pPr/>
              <a:t>50</a:t>
            </a:fld>
            <a:endParaRPr lang="en-US"/>
          </a:p>
        </p:txBody>
      </p:sp>
    </p:spTree>
    <p:extLst>
      <p:ext uri="{BB962C8B-B14F-4D97-AF65-F5344CB8AC3E}">
        <p14:creationId xmlns:p14="http://schemas.microsoft.com/office/powerpoint/2010/main" xmlns="" val="112290426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Built-in List Methods:</a:t>
            </a:r>
            <a:endParaRPr lang="en-US" dirty="0"/>
          </a:p>
        </p:txBody>
      </p:sp>
      <p:sp>
        <p:nvSpPr>
          <p:cNvPr id="3" name="Content Placeholder 2"/>
          <p:cNvSpPr>
            <a:spLocks noGrp="1"/>
          </p:cNvSpPr>
          <p:nvPr>
            <p:ph idx="1"/>
          </p:nvPr>
        </p:nvSpPr>
        <p:spPr/>
        <p:txBody>
          <a:bodyPr/>
          <a:lstStyle/>
          <a:p>
            <a:r>
              <a:rPr lang="en-US" sz="3200" dirty="0" err="1">
                <a:hlinkClick r:id="rId2"/>
              </a:rPr>
              <a:t>list.index</a:t>
            </a:r>
            <a:r>
              <a:rPr lang="en-US" sz="3200" dirty="0">
                <a:hlinkClick r:id="rId2"/>
              </a:rPr>
              <a:t>(</a:t>
            </a:r>
            <a:r>
              <a:rPr lang="en-US" sz="3200" dirty="0" err="1">
                <a:hlinkClick r:id="rId2"/>
              </a:rPr>
              <a:t>obj</a:t>
            </a:r>
            <a:r>
              <a:rPr lang="en-US" sz="3200" dirty="0">
                <a:hlinkClick r:id="rId2"/>
              </a:rPr>
              <a:t>)</a:t>
            </a:r>
            <a:endParaRPr lang="en-US" sz="3200" dirty="0"/>
          </a:p>
          <a:p>
            <a:r>
              <a:rPr lang="en-US" sz="3200" dirty="0" smtClean="0"/>
              <a:t>Returns </a:t>
            </a:r>
            <a:r>
              <a:rPr lang="en-US" sz="3200" dirty="0"/>
              <a:t>the lowest index in list that </a:t>
            </a:r>
            <a:r>
              <a:rPr lang="en-US" sz="3200" dirty="0" err="1"/>
              <a:t>obj</a:t>
            </a:r>
            <a:r>
              <a:rPr lang="en-US" sz="3200" dirty="0"/>
              <a:t> </a:t>
            </a:r>
            <a:r>
              <a:rPr lang="en-US" sz="3200" dirty="0" smtClean="0"/>
              <a:t>appears</a:t>
            </a:r>
          </a:p>
          <a:p>
            <a:endParaRPr lang="en-US" sz="3200" dirty="0" smtClean="0"/>
          </a:p>
          <a:p>
            <a:r>
              <a:rPr lang="en-US" sz="3200" dirty="0" err="1"/>
              <a:t>aList</a:t>
            </a:r>
            <a:r>
              <a:rPr lang="en-US" sz="3200" dirty="0"/>
              <a:t> = [123, 'xyz', '</a:t>
            </a:r>
            <a:r>
              <a:rPr lang="en-US" sz="3200" dirty="0" err="1"/>
              <a:t>zara</a:t>
            </a:r>
            <a:r>
              <a:rPr lang="en-US" sz="3200" dirty="0"/>
              <a:t>', '</a:t>
            </a:r>
            <a:r>
              <a:rPr lang="en-US" sz="3200" dirty="0" err="1"/>
              <a:t>abc</a:t>
            </a:r>
            <a:r>
              <a:rPr lang="en-US" sz="3200" dirty="0" smtClean="0"/>
              <a:t>'];			 print</a:t>
            </a:r>
            <a:r>
              <a:rPr lang="en-US" sz="3200" dirty="0"/>
              <a:t>("Index for xyz : ", </a:t>
            </a:r>
            <a:r>
              <a:rPr lang="en-US" sz="3200" dirty="0" err="1"/>
              <a:t>aList.index</a:t>
            </a:r>
            <a:r>
              <a:rPr lang="en-US" sz="3200" dirty="0"/>
              <a:t>( 'xyz' </a:t>
            </a:r>
            <a:r>
              <a:rPr lang="en-US" sz="3200" dirty="0" smtClean="0"/>
              <a:t>))	 print</a:t>
            </a:r>
            <a:r>
              <a:rPr lang="en-US" sz="3200" dirty="0"/>
              <a:t>("Index for </a:t>
            </a:r>
            <a:r>
              <a:rPr lang="en-US" sz="3200" dirty="0" err="1"/>
              <a:t>zara</a:t>
            </a:r>
            <a:r>
              <a:rPr lang="en-US" sz="3200" dirty="0"/>
              <a:t> : ", </a:t>
            </a:r>
            <a:r>
              <a:rPr lang="en-US" sz="3200" dirty="0" err="1"/>
              <a:t>aList.index</a:t>
            </a:r>
            <a:r>
              <a:rPr lang="en-US" sz="3200" dirty="0"/>
              <a:t>( '</a:t>
            </a:r>
            <a:r>
              <a:rPr lang="en-US" sz="3200" dirty="0" err="1"/>
              <a:t>zara</a:t>
            </a:r>
            <a:r>
              <a:rPr lang="en-US" sz="3200" dirty="0"/>
              <a:t>' </a:t>
            </a:r>
            <a:r>
              <a:rPr lang="en-US" sz="3200" dirty="0" smtClean="0"/>
              <a:t>))</a:t>
            </a:r>
          </a:p>
          <a:p>
            <a:endParaRPr lang="en-US" sz="3200" dirty="0" smtClean="0"/>
          </a:p>
          <a:p>
            <a:r>
              <a:rPr lang="en-US" sz="3200" dirty="0"/>
              <a:t>Index for xyz :  </a:t>
            </a:r>
            <a:r>
              <a:rPr lang="en-US" sz="3200" dirty="0" smtClean="0"/>
              <a:t>1						 Index </a:t>
            </a:r>
            <a:r>
              <a:rPr lang="en-US" sz="3200" dirty="0"/>
              <a:t>for </a:t>
            </a:r>
            <a:r>
              <a:rPr lang="en-US" sz="3200" dirty="0" err="1"/>
              <a:t>zara</a:t>
            </a:r>
            <a:r>
              <a:rPr lang="en-US" sz="3200" dirty="0"/>
              <a:t> :  2</a:t>
            </a:r>
          </a:p>
        </p:txBody>
      </p:sp>
      <p:sp>
        <p:nvSpPr>
          <p:cNvPr id="4" name="Slide Number Placeholder 3"/>
          <p:cNvSpPr>
            <a:spLocks noGrp="1"/>
          </p:cNvSpPr>
          <p:nvPr>
            <p:ph type="sldNum" sz="quarter" idx="10"/>
          </p:nvPr>
        </p:nvSpPr>
        <p:spPr/>
        <p:txBody>
          <a:bodyPr/>
          <a:lstStyle/>
          <a:p>
            <a:fld id="{A23C1B03-0993-4B56-8AC7-1F376C495DCC}" type="slidenum">
              <a:rPr lang="en-US" smtClean="0"/>
              <a:pPr/>
              <a:t>51</a:t>
            </a:fld>
            <a:endParaRPr lang="en-US"/>
          </a:p>
        </p:txBody>
      </p:sp>
    </p:spTree>
    <p:extLst>
      <p:ext uri="{BB962C8B-B14F-4D97-AF65-F5344CB8AC3E}">
        <p14:creationId xmlns:p14="http://schemas.microsoft.com/office/powerpoint/2010/main" xmlns="" val="787460791"/>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WASPOLLED" val="21DA32E7339E4201ADD21E4FFF7577A6"/>
  <p:tag name="TPVERSION" val="5"/>
  <p:tag name="TPFULLVERSION" val="5.2.0.3121"/>
  <p:tag name="PPTVERSION" val="14"/>
  <p:tag name="TPOS" val="2"/>
</p:tagLst>
</file>

<file path=ppt/theme/theme1.xml><?xml version="1.0" encoding="utf-8"?>
<a:theme xmlns:a="http://schemas.openxmlformats.org/drawingml/2006/main" name="prolog">
  <a:themeElements>
    <a:clrScheme name="">
      <a:dk1>
        <a:srgbClr val="000000"/>
      </a:dk1>
      <a:lt1>
        <a:srgbClr val="FFFFFF"/>
      </a:lt1>
      <a:dk2>
        <a:srgbClr val="FF0000"/>
      </a:dk2>
      <a:lt2>
        <a:srgbClr val="804000"/>
      </a:lt2>
      <a:accent1>
        <a:srgbClr val="007F00"/>
      </a:accent1>
      <a:accent2>
        <a:srgbClr val="3300FF"/>
      </a:accent2>
      <a:accent3>
        <a:srgbClr val="FFFFFF"/>
      </a:accent3>
      <a:accent4>
        <a:srgbClr val="000000"/>
      </a:accent4>
      <a:accent5>
        <a:srgbClr val="AAC0AA"/>
      </a:accent5>
      <a:accent6>
        <a:srgbClr val="2D00E7"/>
      </a:accent6>
      <a:hlink>
        <a:srgbClr val="BF00FF"/>
      </a:hlink>
      <a:folHlink>
        <a:srgbClr val="0073D9"/>
      </a:folHlink>
    </a:clrScheme>
    <a:fontScheme name="prolog">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charset="0"/>
          </a:defRPr>
        </a:defPPr>
      </a:lstStyle>
    </a:lnDef>
  </a:objectDefaults>
  <a:extraClrSchemeLst>
    <a:extraClrScheme>
      <a:clrScheme name="prolog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prolog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prolog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prolog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prolog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prolog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prolog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prolog 8">
        <a:dk1>
          <a:srgbClr val="000000"/>
        </a:dk1>
        <a:lt1>
          <a:srgbClr val="FFFFFF"/>
        </a:lt1>
        <a:dk2>
          <a:srgbClr val="FF0000"/>
        </a:dk2>
        <a:lt2>
          <a:srgbClr val="FF9900"/>
        </a:lt2>
        <a:accent1>
          <a:srgbClr val="009900"/>
        </a:accent1>
        <a:accent2>
          <a:srgbClr val="996633"/>
        </a:accent2>
        <a:accent3>
          <a:srgbClr val="FFFFFF"/>
        </a:accent3>
        <a:accent4>
          <a:srgbClr val="000000"/>
        </a:accent4>
        <a:accent5>
          <a:srgbClr val="AACAAA"/>
        </a:accent5>
        <a:accent6>
          <a:srgbClr val="8A5C2D"/>
        </a:accent6>
        <a:hlink>
          <a:srgbClr val="CC00FF"/>
        </a:hlink>
        <a:folHlink>
          <a:srgbClr val="3333FF"/>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Hunk:Applications:Microsoft Office 2004:Templates:My Templates:prolog.pot</Template>
  <TotalTime>3928</TotalTime>
  <Words>2764</Words>
  <Application>Microsoft Office PowerPoint</Application>
  <PresentationFormat>On-screen Show (4:3)</PresentationFormat>
  <Paragraphs>383</Paragraphs>
  <Slides>51</Slides>
  <Notes>1</Notes>
  <HiddenSlides>0</HiddenSlides>
  <MMClips>0</MMClips>
  <ScaleCrop>false</ScaleCrop>
  <HeadingPairs>
    <vt:vector size="4" baseType="variant">
      <vt:variant>
        <vt:lpstr>Theme</vt:lpstr>
      </vt:variant>
      <vt:variant>
        <vt:i4>1</vt:i4>
      </vt:variant>
      <vt:variant>
        <vt:lpstr>Slide Titles</vt:lpstr>
      </vt:variant>
      <vt:variant>
        <vt:i4>51</vt:i4>
      </vt:variant>
    </vt:vector>
  </HeadingPairs>
  <TitlesOfParts>
    <vt:vector size="52" baseType="lpstr">
      <vt:lpstr>prolog</vt:lpstr>
      <vt:lpstr>Internet Of Things – Python Programming</vt:lpstr>
      <vt:lpstr>User Input</vt:lpstr>
      <vt:lpstr>Writing Clear Prompts</vt:lpstr>
      <vt:lpstr>Writing Clear Prompts</vt:lpstr>
      <vt:lpstr>Using int() to Accept Numerical Input</vt:lpstr>
      <vt:lpstr>Number Built-in functions..</vt:lpstr>
      <vt:lpstr>Number Built-in functions..</vt:lpstr>
      <vt:lpstr>Number Built-in functions..</vt:lpstr>
      <vt:lpstr>Number Built-in functions..</vt:lpstr>
      <vt:lpstr>Number Built-in functions..</vt:lpstr>
      <vt:lpstr>Number Built-in functions..</vt:lpstr>
      <vt:lpstr>Number Built-in functions..</vt:lpstr>
      <vt:lpstr>Random Number Functions</vt:lpstr>
      <vt:lpstr>Random Number Functions</vt:lpstr>
      <vt:lpstr>Random Number Functions</vt:lpstr>
      <vt:lpstr>Random Number Functions</vt:lpstr>
      <vt:lpstr>Random Number Functions</vt:lpstr>
      <vt:lpstr>Trigonometric Functions</vt:lpstr>
      <vt:lpstr>Python Lists</vt:lpstr>
      <vt:lpstr>Accessing Elements in a List</vt:lpstr>
      <vt:lpstr>Accessing Elements in a List</vt:lpstr>
      <vt:lpstr>Index Positions Start at 0, Not 1</vt:lpstr>
      <vt:lpstr>Index Positions Start at 0, Not 1</vt:lpstr>
      <vt:lpstr>Using Individual Values from a List</vt:lpstr>
      <vt:lpstr>Changing, Adding, and Removing Elements</vt:lpstr>
      <vt:lpstr>Modifying Elements in a List</vt:lpstr>
      <vt:lpstr>Adding Elements to a List</vt:lpstr>
      <vt:lpstr>Inserting Elements into a List</vt:lpstr>
      <vt:lpstr>Removing Elements from a List</vt:lpstr>
      <vt:lpstr>Removing an Item Using the del Statement</vt:lpstr>
      <vt:lpstr>Removing an Item Using the pop() Method</vt:lpstr>
      <vt:lpstr>Removing an Item Using the pop() Method</vt:lpstr>
      <vt:lpstr>Removing an Item Using the pop() Method</vt:lpstr>
      <vt:lpstr>Popping Items from any Position in a List</vt:lpstr>
      <vt:lpstr>Removing an Item by Value</vt:lpstr>
      <vt:lpstr>Removing an Item by Value</vt:lpstr>
      <vt:lpstr>Organizing a List</vt:lpstr>
      <vt:lpstr>Sorting a List Permanently with the sort() Method</vt:lpstr>
      <vt:lpstr>Sorting a List Temporarily with the sorted() Function</vt:lpstr>
      <vt:lpstr>Sorting a List Temporarily with the sorted() Function</vt:lpstr>
      <vt:lpstr>Printing a List in Reverse Order</vt:lpstr>
      <vt:lpstr>Finding the Length of a List</vt:lpstr>
      <vt:lpstr>Avoiding Index Errors When Working with Lists</vt:lpstr>
      <vt:lpstr>Avoiding Index Errors When Working with Lists</vt:lpstr>
      <vt:lpstr>Basic List Operations</vt:lpstr>
      <vt:lpstr>Built-in List Methods:</vt:lpstr>
      <vt:lpstr>Built-in List Methods:</vt:lpstr>
      <vt:lpstr>Built-in List Methods:</vt:lpstr>
      <vt:lpstr>Built-in List Methods:</vt:lpstr>
      <vt:lpstr>Built-in List Methods:</vt:lpstr>
      <vt:lpstr>Built-in List Methods:</vt:lpstr>
    </vt:vector>
  </TitlesOfParts>
  <Company>House of Chaos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Logic</dc:title>
  <dc:creator>Dave Matuszek</dc:creator>
  <cp:lastModifiedBy>a.mian</cp:lastModifiedBy>
  <cp:revision>418</cp:revision>
  <dcterms:created xsi:type="dcterms:W3CDTF">2005-10-18T13:18:42Z</dcterms:created>
  <dcterms:modified xsi:type="dcterms:W3CDTF">2022-04-04T07:44:27Z</dcterms:modified>
</cp:coreProperties>
</file>
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51"/>
  </p:notesMasterIdLst>
  <p:handoutMasterIdLst>
    <p:handoutMasterId r:id="rId52"/>
  </p:handoutMasterIdLst>
  <p:sldIdLst>
    <p:sldId id="484" r:id="rId2"/>
    <p:sldId id="421" r:id="rId3"/>
    <p:sldId id="422" r:id="rId4"/>
    <p:sldId id="423" r:id="rId5"/>
    <p:sldId id="424" r:id="rId6"/>
    <p:sldId id="425" r:id="rId7"/>
    <p:sldId id="441" r:id="rId8"/>
    <p:sldId id="440" r:id="rId9"/>
    <p:sldId id="439" r:id="rId10"/>
    <p:sldId id="442" r:id="rId11"/>
    <p:sldId id="443" r:id="rId12"/>
    <p:sldId id="444" r:id="rId13"/>
    <p:sldId id="445" r:id="rId14"/>
    <p:sldId id="446" r:id="rId15"/>
    <p:sldId id="447" r:id="rId16"/>
    <p:sldId id="448" r:id="rId17"/>
    <p:sldId id="449" r:id="rId18"/>
    <p:sldId id="450" r:id="rId19"/>
    <p:sldId id="451" r:id="rId20"/>
    <p:sldId id="452" r:id="rId21"/>
    <p:sldId id="453" r:id="rId22"/>
    <p:sldId id="454" r:id="rId23"/>
    <p:sldId id="455" r:id="rId24"/>
    <p:sldId id="456" r:id="rId25"/>
    <p:sldId id="457" r:id="rId26"/>
    <p:sldId id="458" r:id="rId27"/>
    <p:sldId id="459" r:id="rId28"/>
    <p:sldId id="460" r:id="rId29"/>
    <p:sldId id="461" r:id="rId30"/>
    <p:sldId id="462" r:id="rId31"/>
    <p:sldId id="463" r:id="rId32"/>
    <p:sldId id="464" r:id="rId33"/>
    <p:sldId id="465" r:id="rId34"/>
    <p:sldId id="466" r:id="rId35"/>
    <p:sldId id="467" r:id="rId36"/>
    <p:sldId id="468" r:id="rId37"/>
    <p:sldId id="469" r:id="rId38"/>
    <p:sldId id="470" r:id="rId39"/>
    <p:sldId id="471" r:id="rId40"/>
    <p:sldId id="472" r:id="rId41"/>
    <p:sldId id="473" r:id="rId42"/>
    <p:sldId id="474" r:id="rId43"/>
    <p:sldId id="475" r:id="rId44"/>
    <p:sldId id="483" r:id="rId45"/>
    <p:sldId id="482" r:id="rId46"/>
    <p:sldId id="481" r:id="rId47"/>
    <p:sldId id="480" r:id="rId48"/>
    <p:sldId id="479" r:id="rId49"/>
    <p:sldId id="478" r:id="rId50"/>
  </p:sldIdLst>
  <p:sldSz cx="9144000" cy="6858000" type="screen4x3"/>
  <p:notesSz cx="6858000" cy="9144000"/>
  <p:custDataLst>
    <p:tags r:id="rId5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23" charset="0"/>
        <a:ea typeface="MS PGothic" pitchFamily="34" charset="-128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00FF"/>
    <a:srgbClr val="CCCC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15182" autoAdjust="0"/>
    <p:restoredTop sz="94660"/>
  </p:normalViewPr>
  <p:slideViewPr>
    <p:cSldViewPr>
      <p:cViewPr>
        <p:scale>
          <a:sx n="70" d="100"/>
          <a:sy n="70" d="100"/>
        </p:scale>
        <p:origin x="-1152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A53238-CAC0-46D4-AB73-5CE29A15898D}" type="datetimeFigureOut">
              <a:rPr lang="en-US"/>
              <a:pPr/>
              <a:t>8/2/2022</a:t>
            </a:fld>
            <a:endParaRPr lang="en-US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BB4236-354B-482F-A28A-0064240E2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97838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7D1109-FCA5-4717-8E3B-E8764E699A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19096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563FBA-52BF-4C79-8B85-9C0AFCC8B726}" type="slidenum">
              <a:rPr lang="en-US"/>
              <a:pPr/>
              <a:t>1</a:t>
            </a:fld>
            <a:endParaRPr lang="en-US"/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Times" pitchFamily="123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5866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ltGray">
          <a:xfrm>
            <a:off x="530225" y="2663825"/>
            <a:ext cx="457200" cy="398463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ltGray">
          <a:xfrm>
            <a:off x="538163" y="2982913"/>
            <a:ext cx="422275" cy="474662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ltGray">
          <a:xfrm>
            <a:off x="835025" y="2909888"/>
            <a:ext cx="368300" cy="474662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ltGray">
          <a:xfrm>
            <a:off x="225425" y="2833688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gray">
          <a:xfrm>
            <a:off x="758825" y="2452688"/>
            <a:ext cx="31750" cy="1052512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gray">
          <a:xfrm>
            <a:off x="457200" y="3290888"/>
            <a:ext cx="8683625" cy="46037"/>
          </a:xfrm>
          <a:prstGeom prst="rect">
            <a:avLst/>
          </a:prstGeom>
          <a:gradFill rotWithShape="0">
            <a:gsLst>
              <a:gs pos="0">
                <a:srgbClr val="591800"/>
              </a:gs>
              <a:gs pos="100000">
                <a:srgbClr val="C1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  <p:pic>
        <p:nvPicPr>
          <p:cNvPr id="10" name="Picture 1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5334000"/>
            <a:ext cx="1371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2209800"/>
            <a:ext cx="7620000" cy="10668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620000" cy="762000"/>
          </a:xfrm>
        </p:spPr>
        <p:txBody>
          <a:bodyPr/>
          <a:lstStyle>
            <a:lvl1pPr marL="0" indent="0" algn="ctr">
              <a:buFont typeface="Wingdings" charset="2"/>
              <a:buNone/>
              <a:defRPr>
                <a:solidFill>
                  <a:srgbClr val="993300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077200" y="6553200"/>
            <a:ext cx="1066800" cy="304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fld id="{3D54EF2D-FD43-47DD-865A-97FFCFDBAB49}" type="datetime5">
              <a:rPr lang="en-US"/>
              <a:pPr/>
              <a:t>2-Aug-22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3C1B03-0993-4B56-8AC7-1F376C495D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C8463E-3D75-4B91-ABBC-00F83E8226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21005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9650" y="1371600"/>
            <a:ext cx="4211638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23954D-E184-421C-AF54-C602140A88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7E6A9F-48F3-46F0-AF45-2202115821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C8E12-A6C5-4284-8C99-3456C36EE9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5CDADB-0D4D-4D56-B67F-19547B2A569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2BE86A-CFED-4459-8512-DAA44D6292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3068AD-FE32-43F9-B211-00E571E50DA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68BB1-589C-4BE2-8573-8C9096C752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8163" y="228600"/>
            <a:ext cx="2143125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278563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FD209B-AB01-46CD-A1E2-C238354EEEA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x" preserve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6705600" cy="1752600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362200"/>
            <a:ext cx="4267200" cy="403860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C522CA1-B531-4BC9-8251-6BA15033E8E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228600"/>
            <a:ext cx="7793038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857408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itchFamily="34" charset="0"/>
              </a:defRPr>
            </a:lvl1pPr>
          </a:lstStyle>
          <a:p>
            <a:fld id="{D9082DD3-4162-47C3-A307-C22F7F02D9E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530225" y="363538"/>
            <a:ext cx="457200" cy="398462"/>
          </a:xfrm>
          <a:prstGeom prst="rect">
            <a:avLst/>
          </a:prstGeom>
          <a:gradFill rotWithShape="0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solidFill>
                <a:schemeClr val="tx2"/>
              </a:solidFill>
              <a:latin typeface="Arial" charset="0"/>
              <a:ea typeface="+mn-ea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ltGray">
          <a:xfrm>
            <a:off x="538163" y="682625"/>
            <a:ext cx="422275" cy="47466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ltGray">
          <a:xfrm>
            <a:off x="835025" y="609600"/>
            <a:ext cx="368300" cy="474663"/>
          </a:xfrm>
          <a:prstGeom prst="rect">
            <a:avLst/>
          </a:prstGeom>
          <a:gradFill rotWithShape="0">
            <a:gsLst>
              <a:gs pos="0">
                <a:srgbClr val="00FF00"/>
              </a:gs>
              <a:gs pos="100000">
                <a:srgbClr val="0076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225425" y="533400"/>
            <a:ext cx="457200" cy="422275"/>
          </a:xfrm>
          <a:prstGeom prst="rect">
            <a:avLst/>
          </a:prstGeom>
          <a:gradFill rotWithShape="0">
            <a:gsLst>
              <a:gs pos="0">
                <a:schemeClr val="folHlink">
                  <a:gamma/>
                  <a:tint val="45490"/>
                  <a:invGamma/>
                </a:schemeClr>
              </a:gs>
              <a:gs pos="100000">
                <a:schemeClr val="fol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>
              <a:latin typeface="Arial" charset="0"/>
              <a:ea typeface="+mn-ea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gray">
          <a:xfrm>
            <a:off x="758825" y="152400"/>
            <a:ext cx="31750" cy="1052513"/>
          </a:xfrm>
          <a:prstGeom prst="rect">
            <a:avLst/>
          </a:prstGeom>
          <a:solidFill>
            <a:srgbClr val="9933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latin typeface="Arial" pitchFamily="34" charset="0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gray">
          <a:xfrm>
            <a:off x="457200" y="990600"/>
            <a:ext cx="8683625" cy="46038"/>
          </a:xfrm>
          <a:prstGeom prst="rect">
            <a:avLst/>
          </a:prstGeom>
          <a:gradFill rotWithShape="0">
            <a:gsLst>
              <a:gs pos="0">
                <a:srgbClr val="471800"/>
              </a:gs>
              <a:gs pos="100000">
                <a:srgbClr val="9933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mtClean="0">
              <a:solidFill>
                <a:srgbClr val="993300"/>
              </a:solidFill>
              <a:latin typeface="Arial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9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 bldLvl="5" autoUpdateAnimBg="0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15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15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+mj-lt"/>
          <a:ea typeface="MS PGothic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  <a:ea typeface="MS PGothic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993300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MS PGothic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python/dictionary_str.htm" TargetMode="External"/><Relationship Id="rId2" Type="http://schemas.openxmlformats.org/officeDocument/2006/relationships/hyperlink" Target="https://www.tutorialspoint.com/python/dictionary_len.htm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python/dictionary_clear.htm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python/dictionary_get.htm" TargetMode="External"/><Relationship Id="rId2" Type="http://schemas.openxmlformats.org/officeDocument/2006/relationships/hyperlink" Target="https://www.tutorialspoint.com/python/dictionary_copy.htm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3600" dirty="0" smtClean="0"/>
              <a:t>Internet Of Things – Python Programming</a:t>
            </a:r>
          </a:p>
        </p:txBody>
      </p:sp>
      <p:sp>
        <p:nvSpPr>
          <p:cNvPr id="16386" name="Subtitle 1"/>
          <p:cNvSpPr>
            <a:spLocks noGrp="1"/>
          </p:cNvSpPr>
          <p:nvPr>
            <p:ph type="subTitle" idx="1"/>
          </p:nvPr>
        </p:nvSpPr>
        <p:spPr>
          <a:xfrm>
            <a:off x="838200" y="3505200"/>
            <a:ext cx="7620000" cy="685800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Dictionary, Functions in Python</a:t>
            </a:r>
          </a:p>
          <a:p>
            <a:pPr>
              <a:buFont typeface="Wingdings" pitchFamily="2" charset="2"/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 bwMode="auto">
          <a:xfrm>
            <a:off x="3886200" y="5257800"/>
            <a:ext cx="1524000" cy="137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609600"/>
            <a:ext cx="6019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 smtClean="0">
                <a:solidFill>
                  <a:schemeClr val="accent2">
                    <a:lumMod val="75000"/>
                  </a:schemeClr>
                </a:solidFill>
              </a:rPr>
              <a:t>KAMYAAB  JAWAN  PAKISTAN</a:t>
            </a:r>
            <a:endParaRPr lang="en-US" sz="4400" b="1" u="sng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with Dictionaries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/>
              <a:t>dictionary </a:t>
            </a:r>
            <a:r>
              <a:rPr lang="en-US" dirty="0" smtClean="0"/>
              <a:t>in Python is a collection of key-value pairs.</a:t>
            </a:r>
          </a:p>
          <a:p>
            <a:r>
              <a:rPr lang="en-US" dirty="0" smtClean="0"/>
              <a:t>alien_0 = {'color': 'green', 'points': 5}</a:t>
            </a:r>
          </a:p>
          <a:p>
            <a:r>
              <a:rPr lang="en-US" dirty="0" smtClean="0"/>
              <a:t>Each </a:t>
            </a:r>
            <a:r>
              <a:rPr lang="en-US" i="1" dirty="0" smtClean="0"/>
              <a:t>key </a:t>
            </a:r>
            <a:r>
              <a:rPr lang="en-US" dirty="0" smtClean="0"/>
              <a:t>is connected</a:t>
            </a:r>
            <a:r>
              <a:rPr lang="en-US" i="1" dirty="0" smtClean="0"/>
              <a:t> </a:t>
            </a:r>
            <a:r>
              <a:rPr lang="en-US" dirty="0" smtClean="0"/>
              <a:t>to a value, and you can use a key to access the value associated with that key.</a:t>
            </a:r>
          </a:p>
          <a:p>
            <a:r>
              <a:rPr lang="en-US" dirty="0" smtClean="0"/>
              <a:t>A key’s value can be a number, a string, a list, or even another dictionary.</a:t>
            </a:r>
          </a:p>
          <a:p>
            <a:r>
              <a:rPr lang="en-US" dirty="0" smtClean="0"/>
              <a:t>In fact, you can use any object that you can create in Python as a value in a dictionary.</a:t>
            </a:r>
          </a:p>
          <a:p>
            <a:r>
              <a:rPr lang="en-US" sz="2400" dirty="0" smtClean="0"/>
              <a:t>In Python, a dictionary is wrapped in braces, {}, with a series of key value pairs inside the braces, as shown in the earlier example: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with Dictionaries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486400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i="1" dirty="0" smtClean="0"/>
              <a:t>key-value </a:t>
            </a:r>
            <a:r>
              <a:rPr lang="en-US" dirty="0" smtClean="0"/>
              <a:t>pair is a set of values associated with each other.</a:t>
            </a:r>
          </a:p>
          <a:p>
            <a:r>
              <a:rPr lang="en-US" dirty="0" smtClean="0"/>
              <a:t>When you provide a key, Python returns the value associated with that key.</a:t>
            </a:r>
          </a:p>
          <a:p>
            <a:r>
              <a:rPr lang="en-US" dirty="0" smtClean="0"/>
              <a:t>Every key is connected to its value by a colon, and individual key-value pairs are separated by commas.</a:t>
            </a:r>
          </a:p>
          <a:p>
            <a:r>
              <a:rPr lang="en-US" dirty="0" smtClean="0"/>
              <a:t>alien_0 = {'color': 'green', 'points': 5}	 print(alien_0['color'])			 print(alien_0['points'])</a:t>
            </a:r>
          </a:p>
          <a:p>
            <a:r>
              <a:rPr lang="en-US" dirty="0" smtClean="0"/>
              <a:t>green								 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Accessing Values in a Dictionary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To get the value associated with a key, give the name of the dictionary and then place the key inside a set of square brackets, as shown here:</a:t>
            </a:r>
          </a:p>
          <a:p>
            <a:r>
              <a:rPr lang="en-US" dirty="0" smtClean="0"/>
              <a:t>alien_0 = {'color': 'green‘}				 print(alien_0['color'])</a:t>
            </a:r>
          </a:p>
          <a:p>
            <a:r>
              <a:rPr lang="en-US" dirty="0" smtClean="0"/>
              <a:t>This returns the value associated with the key 'color' from the dictionary alien_0:</a:t>
            </a:r>
          </a:p>
          <a:p>
            <a:r>
              <a:rPr lang="en-US" dirty="0" smtClean="0"/>
              <a:t>green</a:t>
            </a:r>
          </a:p>
          <a:p>
            <a:r>
              <a:rPr lang="en-US" dirty="0" smtClean="0"/>
              <a:t>NOTE: You can have an unlimited number of key-value pairs in a dictionary.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 smtClean="0"/>
              <a:t>Accessing Values in a Dictionary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alien_0 = {'color': 'green', 'points': 5}		 </a:t>
            </a:r>
            <a:r>
              <a:rPr lang="en-US" dirty="0" err="1" smtClean="0"/>
              <a:t>new_points</a:t>
            </a:r>
            <a:r>
              <a:rPr lang="en-US" dirty="0" smtClean="0"/>
              <a:t> = alien_0['points‘]			 print("You just earned " + </a:t>
            </a:r>
            <a:r>
              <a:rPr lang="en-US" dirty="0" err="1" smtClean="0"/>
              <a:t>str</a:t>
            </a:r>
            <a:r>
              <a:rPr lang="en-US" dirty="0" smtClean="0"/>
              <a:t>(</a:t>
            </a:r>
            <a:r>
              <a:rPr lang="en-US" dirty="0" err="1" smtClean="0"/>
              <a:t>new_points</a:t>
            </a:r>
            <a:r>
              <a:rPr lang="en-US" dirty="0" smtClean="0"/>
              <a:t>) + " points!")</a:t>
            </a:r>
          </a:p>
          <a:p>
            <a:r>
              <a:rPr lang="en-US" dirty="0" smtClean="0"/>
              <a:t>You just earned 5 points!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Adding New Key-Value Pairs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400" dirty="0" smtClean="0"/>
              <a:t>alien_0 = {'color': 'green', 'points': 5}			 print(alien_0)					 alien_0['</a:t>
            </a:r>
            <a:r>
              <a:rPr lang="en-US" sz="2400" dirty="0" err="1" smtClean="0"/>
              <a:t>x_position</a:t>
            </a:r>
            <a:r>
              <a:rPr lang="en-US" sz="2400" dirty="0" smtClean="0"/>
              <a:t>'] = 0				 alien_0['</a:t>
            </a:r>
            <a:r>
              <a:rPr lang="en-US" sz="2400" dirty="0" err="1" smtClean="0"/>
              <a:t>y_position</a:t>
            </a:r>
            <a:r>
              <a:rPr lang="en-US" sz="2400" dirty="0" smtClean="0"/>
              <a:t>'] = 25					 print(alien_0)</a:t>
            </a:r>
          </a:p>
          <a:p>
            <a:r>
              <a:rPr lang="en-US" sz="2400" dirty="0" smtClean="0"/>
              <a:t>{'color': 'green', 'points': 5}						 {'color': 'green', 'points': 5, '</a:t>
            </a:r>
            <a:r>
              <a:rPr lang="en-US" sz="2400" dirty="0" err="1" smtClean="0"/>
              <a:t>y_position</a:t>
            </a:r>
            <a:r>
              <a:rPr lang="en-US" sz="2400" dirty="0" smtClean="0"/>
              <a:t>': 25, '</a:t>
            </a:r>
            <a:r>
              <a:rPr lang="en-US" sz="2400" dirty="0" err="1" smtClean="0"/>
              <a:t>x_position</a:t>
            </a:r>
            <a:r>
              <a:rPr lang="en-US" sz="2400" dirty="0" smtClean="0"/>
              <a:t>': 0}</a:t>
            </a:r>
          </a:p>
          <a:p>
            <a:pPr>
              <a:buNone/>
            </a:pPr>
            <a:r>
              <a:rPr lang="en-US" sz="2400" b="1" i="1" dirty="0" smtClean="0"/>
              <a:t>Starting with an Empty Dictionary</a:t>
            </a:r>
          </a:p>
          <a:p>
            <a:r>
              <a:rPr lang="en-US" sz="2400" dirty="0" smtClean="0"/>
              <a:t>alien_0 = { }						 alien_0['color'] = 'green’						 alien_0['points'] = 5					 print(alien_0)</a:t>
            </a:r>
          </a:p>
          <a:p>
            <a:r>
              <a:rPr lang="en-US" sz="2400" dirty="0" smtClean="0"/>
              <a:t>{'color': 'green', 'points': 5}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Modifying Values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alien_0 = {'color': 'green‘}				 print("The alien is " + alien_0['color'] + ".“)	 alien_0['color'] = 'yellow’				 print("The alien is now " + alien_0['color'] + ".")</a:t>
            </a:r>
          </a:p>
          <a:p>
            <a:r>
              <a:rPr lang="en-US" dirty="0" smtClean="0"/>
              <a:t>The alien is green.						 The alien is now yellow.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Modifying Values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000" dirty="0" smtClean="0"/>
              <a:t>alien_0 = {'</a:t>
            </a:r>
            <a:r>
              <a:rPr lang="en-US" sz="2000" dirty="0" err="1" smtClean="0"/>
              <a:t>x_position</a:t>
            </a:r>
            <a:r>
              <a:rPr lang="en-US" sz="2000" dirty="0" smtClean="0"/>
              <a:t>': 0, '</a:t>
            </a:r>
            <a:r>
              <a:rPr lang="en-US" sz="2000" dirty="0" err="1" smtClean="0"/>
              <a:t>y_position</a:t>
            </a:r>
            <a:r>
              <a:rPr lang="en-US" sz="2000" dirty="0" smtClean="0"/>
              <a:t>': 25, 'speed': 'medium‘}	 </a:t>
            </a:r>
            <a:r>
              <a:rPr lang="fr-FR" sz="2000" dirty="0" err="1" smtClean="0"/>
              <a:t>print</a:t>
            </a:r>
            <a:r>
              <a:rPr lang="fr-FR" sz="2000" dirty="0" smtClean="0"/>
              <a:t>("Original x-position: " + </a:t>
            </a:r>
            <a:r>
              <a:rPr lang="fr-FR" sz="2000" dirty="0" err="1" smtClean="0"/>
              <a:t>str</a:t>
            </a:r>
            <a:r>
              <a:rPr lang="fr-FR" sz="2000" dirty="0" smtClean="0"/>
              <a:t>(alien_0['</a:t>
            </a:r>
            <a:r>
              <a:rPr lang="fr-FR" sz="2000" dirty="0" err="1" smtClean="0"/>
              <a:t>x_position</a:t>
            </a:r>
            <a:r>
              <a:rPr lang="fr-FR" sz="2000" dirty="0" smtClean="0"/>
              <a:t>']))			 </a:t>
            </a:r>
            <a:r>
              <a:rPr lang="en-US" sz="2000" dirty="0" smtClean="0"/>
              <a:t># Move the alien to the right.						 # Determine how far to move the alien based on its current speed. 		 if alien_0['speed'] == 'slow‘:					</a:t>
            </a:r>
            <a:r>
              <a:rPr lang="en-US" sz="2000" dirty="0" err="1" smtClean="0"/>
              <a:t>x_increment</a:t>
            </a:r>
            <a:r>
              <a:rPr lang="en-US" sz="2000" dirty="0" smtClean="0"/>
              <a:t> = 1							 </a:t>
            </a:r>
            <a:r>
              <a:rPr lang="en-US" sz="2000" dirty="0" err="1" smtClean="0"/>
              <a:t>elif</a:t>
            </a:r>
            <a:r>
              <a:rPr lang="en-US" sz="2000" dirty="0" smtClean="0"/>
              <a:t> alien_0['speed'] == 'medium‘:				</a:t>
            </a:r>
            <a:r>
              <a:rPr lang="en-US" sz="2000" dirty="0" err="1" smtClean="0"/>
              <a:t>x_increment</a:t>
            </a:r>
            <a:r>
              <a:rPr lang="en-US" sz="2000" dirty="0" smtClean="0"/>
              <a:t> = 2							 else:										# This must be a fast alien.					</a:t>
            </a:r>
            <a:r>
              <a:rPr lang="en-US" sz="2000" dirty="0" err="1" smtClean="0"/>
              <a:t>x_increment</a:t>
            </a:r>
            <a:r>
              <a:rPr lang="en-US" sz="2000" dirty="0" smtClean="0"/>
              <a:t> = 3							 # The new position is the old position plus the increment.	 </a:t>
            </a:r>
            <a:r>
              <a:rPr lang="fr-FR" sz="2000" dirty="0" smtClean="0"/>
              <a:t>alien_0['</a:t>
            </a:r>
            <a:r>
              <a:rPr lang="fr-FR" sz="2000" dirty="0" err="1" smtClean="0"/>
              <a:t>x_position</a:t>
            </a:r>
            <a:r>
              <a:rPr lang="fr-FR" sz="2000" dirty="0" smtClean="0"/>
              <a:t>'] = alien_0['</a:t>
            </a:r>
            <a:r>
              <a:rPr lang="fr-FR" sz="2000" dirty="0" err="1" smtClean="0"/>
              <a:t>x_position</a:t>
            </a:r>
            <a:r>
              <a:rPr lang="fr-FR" sz="2000" dirty="0" smtClean="0"/>
              <a:t>'] + </a:t>
            </a:r>
            <a:r>
              <a:rPr lang="fr-FR" sz="2000" dirty="0" err="1" smtClean="0"/>
              <a:t>x_increment</a:t>
            </a:r>
            <a:r>
              <a:rPr lang="fr-FR" sz="2000" dirty="0" smtClean="0"/>
              <a:t>		 </a:t>
            </a:r>
            <a:r>
              <a:rPr lang="en-US" sz="2000" dirty="0" smtClean="0"/>
              <a:t>print("New x-position: " + </a:t>
            </a:r>
            <a:r>
              <a:rPr lang="en-US" sz="2000" dirty="0" err="1" smtClean="0"/>
              <a:t>str</a:t>
            </a:r>
            <a:r>
              <a:rPr lang="en-US" sz="2000" dirty="0" smtClean="0"/>
              <a:t>(alien_0['</a:t>
            </a:r>
            <a:r>
              <a:rPr lang="en-US" sz="2000" dirty="0" err="1" smtClean="0"/>
              <a:t>x_position</a:t>
            </a:r>
            <a:r>
              <a:rPr lang="en-US" sz="2000" dirty="0" smtClean="0"/>
              <a:t>']))</a:t>
            </a:r>
          </a:p>
          <a:p>
            <a:r>
              <a:rPr lang="en-US" sz="2000" dirty="0" smtClean="0"/>
              <a:t>Original x-position: 0							 New x-position: 2							 alien_0['speed'] = fast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Removing Key-Value Pairs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sz="2400" dirty="0" smtClean="0"/>
              <a:t>When you no longer need a piece of information that’s stored in a dictionary, you can use the </a:t>
            </a:r>
            <a:r>
              <a:rPr lang="en-US" sz="2400" b="1" dirty="0" smtClean="0"/>
              <a:t>del</a:t>
            </a:r>
            <a:r>
              <a:rPr lang="en-US" sz="2400" dirty="0" smtClean="0"/>
              <a:t> statement to completely remove a key-value pair.</a:t>
            </a:r>
          </a:p>
          <a:p>
            <a:r>
              <a:rPr lang="en-US" sz="2400" dirty="0" smtClean="0"/>
              <a:t>For example, let’s remove the key 'points' from the alien_0 dictionary along with its value:</a:t>
            </a:r>
          </a:p>
          <a:p>
            <a:r>
              <a:rPr lang="en-US" sz="2400" dirty="0" smtClean="0"/>
              <a:t>alien_0 = {'color': 'green', 'points': 5}			 print(alien_0)							 del alien_0['points‘]						 print(alien_0)</a:t>
            </a:r>
          </a:p>
          <a:p>
            <a:r>
              <a:rPr lang="en-US" sz="2400" dirty="0" smtClean="0"/>
              <a:t>{'color': 'green', 'points': 5}						 {'color': 'green'}</a:t>
            </a:r>
          </a:p>
          <a:p>
            <a:r>
              <a:rPr lang="en-US" sz="2400" dirty="0" smtClean="0"/>
              <a:t>NOTE: </a:t>
            </a:r>
            <a:r>
              <a:rPr lang="en-US" sz="2400" i="1" dirty="0" smtClean="0"/>
              <a:t>Deleted key-value pair is removed permanently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Dictionary of Similar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/>
              <a:t>You can also use a dictionary to store </a:t>
            </a:r>
            <a:r>
              <a:rPr lang="en-US" dirty="0" smtClean="0"/>
              <a:t>one kind </a:t>
            </a:r>
            <a:r>
              <a:rPr lang="en-US" dirty="0"/>
              <a:t>of information about many objects</a:t>
            </a:r>
            <a:r>
              <a:rPr lang="en-US" dirty="0" smtClean="0"/>
              <a:t>.</a:t>
            </a:r>
          </a:p>
          <a:p>
            <a:r>
              <a:rPr lang="en-US" dirty="0"/>
              <a:t>For example, say you want to poll </a:t>
            </a:r>
            <a:r>
              <a:rPr lang="en-US" dirty="0" smtClean="0"/>
              <a:t>a </a:t>
            </a:r>
            <a:r>
              <a:rPr lang="en-US" dirty="0"/>
              <a:t>number of people and ask them what their favorite programming </a:t>
            </a:r>
            <a:r>
              <a:rPr lang="en-US" dirty="0" smtClean="0"/>
              <a:t>language is.</a:t>
            </a:r>
          </a:p>
          <a:p>
            <a:r>
              <a:rPr lang="en-US" dirty="0"/>
              <a:t>A dictionary is useful for storing the results of a simple poll, like this</a:t>
            </a:r>
            <a:r>
              <a:rPr lang="en-US" dirty="0" smtClean="0"/>
              <a:t>:</a:t>
            </a:r>
          </a:p>
          <a:p>
            <a:r>
              <a:rPr lang="en-US" sz="2400" dirty="0" err="1"/>
              <a:t>favorite_languages</a:t>
            </a:r>
            <a:r>
              <a:rPr lang="en-US" sz="2400" dirty="0"/>
              <a:t> = </a:t>
            </a:r>
            <a:r>
              <a:rPr lang="en-US" sz="2400" dirty="0" smtClean="0"/>
              <a:t>{ '</a:t>
            </a:r>
            <a:r>
              <a:rPr lang="en-US" sz="2400" dirty="0" err="1" smtClean="0"/>
              <a:t>jen</a:t>
            </a:r>
            <a:r>
              <a:rPr lang="en-US" sz="2400" dirty="0" smtClean="0"/>
              <a:t>': 'python', '</a:t>
            </a:r>
            <a:r>
              <a:rPr lang="en-US" sz="2400" dirty="0" err="1" smtClean="0"/>
              <a:t>sarah</a:t>
            </a:r>
            <a:r>
              <a:rPr lang="en-US" sz="2400" dirty="0" smtClean="0"/>
              <a:t>': 'c', '</a:t>
            </a:r>
            <a:r>
              <a:rPr lang="en-US" sz="2400" dirty="0" err="1" smtClean="0"/>
              <a:t>edward</a:t>
            </a:r>
            <a:r>
              <a:rPr lang="en-US" sz="2400" dirty="0"/>
              <a:t>': 'ruby</a:t>
            </a:r>
            <a:r>
              <a:rPr lang="en-US" sz="2400" dirty="0" smtClean="0"/>
              <a:t>',       			      '</a:t>
            </a:r>
            <a:r>
              <a:rPr lang="en-US" sz="2400" dirty="0" err="1" smtClean="0"/>
              <a:t>phil</a:t>
            </a:r>
            <a:r>
              <a:rPr lang="en-US" sz="2400" dirty="0"/>
              <a:t>': 'python</a:t>
            </a:r>
            <a:r>
              <a:rPr lang="en-US" sz="2400" dirty="0" smtClean="0"/>
              <a:t>', }</a:t>
            </a:r>
            <a:endParaRPr lang="en-US" sz="2400" dirty="0"/>
          </a:p>
          <a:p>
            <a:r>
              <a:rPr lang="en-US" sz="2400" dirty="0" smtClean="0"/>
              <a:t>print</a:t>
            </a:r>
            <a:r>
              <a:rPr lang="en-US" sz="2400" dirty="0"/>
              <a:t>("Sarah's favorite language is " </a:t>
            </a:r>
            <a:r>
              <a:rPr lang="en-US" sz="2400" dirty="0" smtClean="0"/>
              <a:t>+ </a:t>
            </a:r>
            <a:r>
              <a:rPr lang="en-US" sz="2400" dirty="0" err="1" smtClean="0"/>
              <a:t>favorite_languages</a:t>
            </a:r>
            <a:r>
              <a:rPr lang="en-US" sz="2400" dirty="0"/>
              <a:t>['</a:t>
            </a:r>
            <a:r>
              <a:rPr lang="en-US" sz="2400" dirty="0" err="1"/>
              <a:t>sarah</a:t>
            </a:r>
            <a:r>
              <a:rPr lang="en-US" sz="2400" dirty="0"/>
              <a:t>'].title() </a:t>
            </a:r>
            <a:r>
              <a:rPr lang="en-US" sz="2400" dirty="0" smtClean="0"/>
              <a:t>+ ".")</a:t>
            </a:r>
          </a:p>
          <a:p>
            <a:r>
              <a:rPr lang="en-US" sz="2400" dirty="0"/>
              <a:t>Sarah's favorite language is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8420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Looping Through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/>
              <a:t>Looping Through All Key-Value </a:t>
            </a:r>
            <a:r>
              <a:rPr lang="en-US" b="1" i="1" dirty="0" smtClean="0"/>
              <a:t>Pairs</a:t>
            </a:r>
          </a:p>
          <a:p>
            <a:r>
              <a:rPr lang="en-US" dirty="0"/>
              <a:t>user_0 = </a:t>
            </a:r>
            <a:r>
              <a:rPr lang="en-US" dirty="0" smtClean="0"/>
              <a:t>{ 'username</a:t>
            </a:r>
            <a:r>
              <a:rPr lang="en-US" dirty="0"/>
              <a:t>': '</a:t>
            </a:r>
            <a:r>
              <a:rPr lang="en-US" dirty="0" err="1"/>
              <a:t>efermi</a:t>
            </a:r>
            <a:r>
              <a:rPr lang="en-US" dirty="0" smtClean="0"/>
              <a:t>', 'first</a:t>
            </a:r>
            <a:r>
              <a:rPr lang="en-US" dirty="0"/>
              <a:t>': '</a:t>
            </a:r>
            <a:r>
              <a:rPr lang="en-US" dirty="0" err="1"/>
              <a:t>enrico</a:t>
            </a:r>
            <a:r>
              <a:rPr lang="en-US" dirty="0" smtClean="0"/>
              <a:t>', 				'last</a:t>
            </a:r>
            <a:r>
              <a:rPr lang="en-US" dirty="0"/>
              <a:t>': 'fermi</a:t>
            </a:r>
            <a:r>
              <a:rPr lang="en-US" dirty="0" smtClean="0"/>
              <a:t>',}</a:t>
            </a:r>
          </a:p>
          <a:p>
            <a:r>
              <a:rPr lang="en-US" dirty="0"/>
              <a:t>for key, value in user_0.items</a:t>
            </a:r>
            <a:r>
              <a:rPr lang="en-US" dirty="0" smtClean="0"/>
              <a:t>(): 		 	print</a:t>
            </a:r>
            <a:r>
              <a:rPr lang="en-US" dirty="0"/>
              <a:t>("\</a:t>
            </a:r>
            <a:r>
              <a:rPr lang="en-US" dirty="0" err="1"/>
              <a:t>nKey</a:t>
            </a:r>
            <a:r>
              <a:rPr lang="en-US" dirty="0"/>
              <a:t>: " + </a:t>
            </a:r>
            <a:r>
              <a:rPr lang="en-US" dirty="0" smtClean="0"/>
              <a:t>key)				print</a:t>
            </a:r>
            <a:r>
              <a:rPr lang="en-US" dirty="0"/>
              <a:t>("Value: " + value</a:t>
            </a:r>
            <a:r>
              <a:rPr lang="en-US" dirty="0" smtClean="0"/>
              <a:t>)</a:t>
            </a:r>
          </a:p>
          <a:p>
            <a:r>
              <a:rPr lang="en-US" sz="2400" dirty="0"/>
              <a:t>Key: </a:t>
            </a:r>
            <a:r>
              <a:rPr lang="en-US" sz="2400" dirty="0" smtClean="0"/>
              <a:t>last								 Value</a:t>
            </a:r>
            <a:r>
              <a:rPr lang="en-US" sz="2400" dirty="0"/>
              <a:t>: </a:t>
            </a:r>
            <a:r>
              <a:rPr lang="en-US" sz="2400" dirty="0" smtClean="0"/>
              <a:t>fermi							 Key</a:t>
            </a:r>
            <a:r>
              <a:rPr lang="en-US" sz="2400" dirty="0"/>
              <a:t>: </a:t>
            </a:r>
            <a:r>
              <a:rPr lang="en-US" sz="2400" dirty="0" smtClean="0"/>
              <a:t>first								 Value</a:t>
            </a:r>
            <a:r>
              <a:rPr lang="en-US" sz="2400" dirty="0"/>
              <a:t>: </a:t>
            </a:r>
            <a:r>
              <a:rPr lang="en-US" sz="2400" dirty="0" err="1" smtClean="0"/>
              <a:t>enrico</a:t>
            </a:r>
            <a:r>
              <a:rPr lang="en-US" sz="2400" dirty="0" smtClean="0"/>
              <a:t>							 Key</a:t>
            </a:r>
            <a:r>
              <a:rPr lang="en-US" sz="2400" dirty="0"/>
              <a:t>: </a:t>
            </a:r>
            <a:r>
              <a:rPr lang="en-US" sz="2400" dirty="0" smtClean="0"/>
              <a:t>username							 Value</a:t>
            </a:r>
            <a:r>
              <a:rPr lang="en-US" sz="2400" dirty="0"/>
              <a:t>: </a:t>
            </a:r>
            <a:r>
              <a:rPr lang="en-US" sz="2400" dirty="0" err="1" smtClean="0"/>
              <a:t>efermi</a:t>
            </a:r>
            <a:endParaRPr lang="en-US" sz="2400" dirty="0" smtClean="0"/>
          </a:p>
          <a:p>
            <a:r>
              <a:rPr lang="en-US" sz="2400" dirty="0"/>
              <a:t>for k, v in user_0.items</a:t>
            </a:r>
            <a:r>
              <a:rPr lang="en-US" sz="2400" dirty="0" smtClean="0"/>
              <a:t>() # same code with abbreviated variables.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8220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/>
              <a:t>Looping Through All Key-Value </a:t>
            </a:r>
            <a:r>
              <a:rPr lang="en-US" sz="3600" b="1" i="1" smtClean="0"/>
              <a:t>Pairs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7" y="1219200"/>
            <a:ext cx="8574088" cy="5638800"/>
          </a:xfrm>
        </p:spPr>
        <p:txBody>
          <a:bodyPr/>
          <a:lstStyle/>
          <a:p>
            <a:r>
              <a:rPr lang="en-US" sz="2300" dirty="0"/>
              <a:t>Notice again that the key-value pairs are not returned in the order </a:t>
            </a:r>
            <a:r>
              <a:rPr lang="en-US" sz="2300" dirty="0" smtClean="0"/>
              <a:t>in which </a:t>
            </a:r>
            <a:r>
              <a:rPr lang="en-US" sz="2300" dirty="0"/>
              <a:t>they were stored, even when looping through a dictionary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Python doesn’t </a:t>
            </a:r>
            <a:r>
              <a:rPr lang="en-US" sz="2300" dirty="0"/>
              <a:t>care about the order in which key-value pairs are stored; it </a:t>
            </a:r>
            <a:r>
              <a:rPr lang="en-US" sz="2300" dirty="0" smtClean="0"/>
              <a:t>tracks only </a:t>
            </a:r>
            <a:r>
              <a:rPr lang="en-US" sz="2300" dirty="0"/>
              <a:t>the connections between individual keys and their values</a:t>
            </a:r>
            <a:r>
              <a:rPr lang="en-US" sz="2300" dirty="0" smtClean="0"/>
              <a:t>.</a:t>
            </a:r>
          </a:p>
          <a:p>
            <a:r>
              <a:rPr lang="en-US" sz="2400" dirty="0" err="1"/>
              <a:t>favorite_languages</a:t>
            </a:r>
            <a:r>
              <a:rPr lang="en-US" sz="2400" dirty="0"/>
              <a:t> = { '</a:t>
            </a:r>
            <a:r>
              <a:rPr lang="en-US" sz="2400" dirty="0" err="1"/>
              <a:t>jen</a:t>
            </a:r>
            <a:r>
              <a:rPr lang="en-US" sz="2400" dirty="0"/>
              <a:t>': 'python', '</a:t>
            </a:r>
            <a:r>
              <a:rPr lang="en-US" sz="2400" dirty="0" err="1"/>
              <a:t>sarah</a:t>
            </a:r>
            <a:r>
              <a:rPr lang="en-US" sz="2400" dirty="0"/>
              <a:t>': 'c', </a:t>
            </a:r>
            <a:r>
              <a:rPr lang="en-US" sz="2400" dirty="0" smtClean="0"/>
              <a:t>						      '</a:t>
            </a:r>
            <a:r>
              <a:rPr lang="en-US" sz="2400" dirty="0" err="1" smtClean="0"/>
              <a:t>edward</a:t>
            </a:r>
            <a:r>
              <a:rPr lang="en-US" sz="2400" dirty="0"/>
              <a:t>': 'ruby</a:t>
            </a:r>
            <a:r>
              <a:rPr lang="en-US" sz="2400" dirty="0" smtClean="0"/>
              <a:t>', '</a:t>
            </a:r>
            <a:r>
              <a:rPr lang="en-US" sz="2400" dirty="0" err="1" smtClean="0"/>
              <a:t>phil</a:t>
            </a:r>
            <a:r>
              <a:rPr lang="en-US" sz="2400" dirty="0"/>
              <a:t>': 'python</a:t>
            </a:r>
            <a:r>
              <a:rPr lang="en-US" sz="2400" dirty="0" smtClean="0"/>
              <a:t>'}</a:t>
            </a:r>
          </a:p>
          <a:p>
            <a:r>
              <a:rPr lang="en-US" sz="2400" dirty="0"/>
              <a:t>for name, language in </a:t>
            </a:r>
            <a:r>
              <a:rPr lang="en-US" sz="2400" dirty="0" err="1"/>
              <a:t>favorite_languages.items</a:t>
            </a:r>
            <a:r>
              <a:rPr lang="en-US" sz="2400" dirty="0" smtClean="0"/>
              <a:t>(): 	print(</a:t>
            </a:r>
            <a:r>
              <a:rPr lang="en-US" sz="2400" dirty="0" err="1" smtClean="0"/>
              <a:t>name.title</a:t>
            </a:r>
            <a:r>
              <a:rPr lang="en-US" sz="2400" dirty="0"/>
              <a:t>() + "'s favorite language is " </a:t>
            </a:r>
            <a:r>
              <a:rPr lang="en-US" sz="2400" dirty="0" smtClean="0"/>
              <a:t>+ 	</a:t>
            </a:r>
            <a:r>
              <a:rPr lang="en-US" sz="2400" dirty="0" err="1" smtClean="0"/>
              <a:t>language.title</a:t>
            </a:r>
            <a:r>
              <a:rPr lang="en-US" sz="2400" dirty="0"/>
              <a:t>() + </a:t>
            </a:r>
            <a:r>
              <a:rPr lang="en-US" sz="2400" dirty="0" smtClean="0"/>
              <a:t>".")</a:t>
            </a:r>
          </a:p>
          <a:p>
            <a:r>
              <a:rPr lang="en-US" sz="2400" dirty="0"/>
              <a:t>Jen's favorite language is </a:t>
            </a:r>
            <a:r>
              <a:rPr lang="en-US" sz="2400" dirty="0" smtClean="0"/>
              <a:t>Python.					 Sarah's </a:t>
            </a:r>
            <a:r>
              <a:rPr lang="en-US" sz="2400" dirty="0"/>
              <a:t>favorite language is </a:t>
            </a:r>
            <a:r>
              <a:rPr lang="en-US" sz="2400" dirty="0" smtClean="0"/>
              <a:t>C.					 Phil's </a:t>
            </a:r>
            <a:r>
              <a:rPr lang="en-US" sz="2400" dirty="0"/>
              <a:t>favorite language is </a:t>
            </a:r>
            <a:r>
              <a:rPr lang="en-US" sz="2400" dirty="0" smtClean="0"/>
              <a:t>Python.				 Edward's </a:t>
            </a:r>
            <a:r>
              <a:rPr lang="en-US" sz="2400" dirty="0"/>
              <a:t>favorite language is Ruby.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7355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Looping Through All the Keys in a Dictionary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215528"/>
            <a:ext cx="8574088" cy="5638800"/>
          </a:xfrm>
        </p:spPr>
        <p:txBody>
          <a:bodyPr/>
          <a:lstStyle/>
          <a:p>
            <a:r>
              <a:rPr lang="en-US" dirty="0"/>
              <a:t>The keys() method is useful when you don’t need to work with all of </a:t>
            </a:r>
            <a:r>
              <a:rPr lang="en-US" dirty="0" smtClean="0"/>
              <a:t>the values </a:t>
            </a:r>
            <a:r>
              <a:rPr lang="en-US" dirty="0"/>
              <a:t>in a dictionary</a:t>
            </a:r>
            <a:r>
              <a:rPr lang="en-US" dirty="0" smtClean="0"/>
              <a:t>.</a:t>
            </a:r>
          </a:p>
          <a:p>
            <a:r>
              <a:rPr lang="en-US" dirty="0" err="1"/>
              <a:t>favorite_languages</a:t>
            </a:r>
            <a:r>
              <a:rPr lang="en-US" dirty="0"/>
              <a:t> = { '</a:t>
            </a:r>
            <a:r>
              <a:rPr lang="en-US" dirty="0" err="1"/>
              <a:t>jen</a:t>
            </a:r>
            <a:r>
              <a:rPr lang="en-US" dirty="0"/>
              <a:t>': 'python', '</a:t>
            </a:r>
            <a:r>
              <a:rPr lang="en-US" dirty="0" err="1"/>
              <a:t>sarah</a:t>
            </a:r>
            <a:r>
              <a:rPr lang="en-US" dirty="0"/>
              <a:t>': 'c', 						 </a:t>
            </a:r>
            <a:r>
              <a:rPr lang="en-US" dirty="0" smtClean="0"/>
              <a:t>'</a:t>
            </a:r>
            <a:r>
              <a:rPr lang="en-US" dirty="0" err="1" smtClean="0"/>
              <a:t>edward</a:t>
            </a:r>
            <a:r>
              <a:rPr lang="en-US" dirty="0"/>
              <a:t>': 'ruby', '</a:t>
            </a:r>
            <a:r>
              <a:rPr lang="en-US" dirty="0" err="1"/>
              <a:t>phil</a:t>
            </a:r>
            <a:r>
              <a:rPr lang="en-US" dirty="0"/>
              <a:t>': 'python</a:t>
            </a:r>
            <a:r>
              <a:rPr lang="en-US" dirty="0" smtClean="0"/>
              <a:t>'}</a:t>
            </a:r>
          </a:p>
          <a:p>
            <a:r>
              <a:rPr lang="en-US" dirty="0"/>
              <a:t>for name in </a:t>
            </a:r>
            <a:r>
              <a:rPr lang="en-US" dirty="0" err="1"/>
              <a:t>favorite_languages.keys</a:t>
            </a:r>
            <a:r>
              <a:rPr lang="en-US" dirty="0" smtClean="0"/>
              <a:t>(): 	print(</a:t>
            </a:r>
            <a:r>
              <a:rPr lang="en-US" dirty="0" err="1" smtClean="0"/>
              <a:t>name.title</a:t>
            </a:r>
            <a:r>
              <a:rPr lang="en-US" dirty="0" smtClean="0"/>
              <a:t>())</a:t>
            </a:r>
          </a:p>
          <a:p>
            <a:r>
              <a:rPr lang="en-US" sz="2400" dirty="0" smtClean="0"/>
              <a:t>Jen									 Sarah								 Phil							 		 Edward</a:t>
            </a:r>
          </a:p>
          <a:p>
            <a:r>
              <a:rPr lang="en-US" sz="2400" dirty="0"/>
              <a:t>Looping through the keys is actually the default behavior when </a:t>
            </a:r>
            <a:r>
              <a:rPr lang="en-US" sz="2400" dirty="0" smtClean="0"/>
              <a:t>looping through </a:t>
            </a:r>
            <a:r>
              <a:rPr lang="en-US" sz="2400" dirty="0"/>
              <a:t>a dictionary, so this code would have exactly the same output if </a:t>
            </a:r>
            <a:r>
              <a:rPr lang="en-US" sz="2400" dirty="0" smtClean="0"/>
              <a:t>you wrote  </a:t>
            </a:r>
            <a:r>
              <a:rPr lang="en-US" sz="2400" dirty="0"/>
              <a:t>. . </a:t>
            </a:r>
            <a:r>
              <a:rPr lang="en-US" dirty="0" smtClean="0"/>
              <a:t>. </a:t>
            </a:r>
            <a:r>
              <a:rPr lang="en-US" sz="2400" b="1" dirty="0"/>
              <a:t>for name in </a:t>
            </a:r>
            <a:r>
              <a:rPr lang="en-US" sz="2400" b="1" dirty="0" err="1"/>
              <a:t>favorite_languages</a:t>
            </a:r>
            <a:r>
              <a:rPr lang="en-US" sz="2400" b="1" dirty="0"/>
              <a:t>:</a:t>
            </a:r>
            <a:endParaRPr lang="en-US" b="1" dirty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50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Looping Through All the Keys in a Dictionary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219200"/>
            <a:ext cx="8574088" cy="5638800"/>
          </a:xfrm>
        </p:spPr>
        <p:txBody>
          <a:bodyPr/>
          <a:lstStyle/>
          <a:p>
            <a:r>
              <a:rPr lang="en-US" sz="2400" dirty="0" err="1"/>
              <a:t>favorite_languages</a:t>
            </a:r>
            <a:r>
              <a:rPr lang="en-US" sz="2400" dirty="0"/>
              <a:t> = { '</a:t>
            </a:r>
            <a:r>
              <a:rPr lang="en-US" sz="2400" dirty="0" err="1"/>
              <a:t>jen</a:t>
            </a:r>
            <a:r>
              <a:rPr lang="en-US" sz="2400" dirty="0"/>
              <a:t>': 'python', '</a:t>
            </a:r>
            <a:r>
              <a:rPr lang="en-US" sz="2400" dirty="0" err="1"/>
              <a:t>sarah</a:t>
            </a:r>
            <a:r>
              <a:rPr lang="en-US" sz="2400" dirty="0"/>
              <a:t>': 'c', 						</a:t>
            </a:r>
            <a:r>
              <a:rPr lang="en-US" sz="2400" dirty="0" smtClean="0"/>
              <a:t>      </a:t>
            </a:r>
            <a:r>
              <a:rPr lang="en-US" sz="2400" dirty="0"/>
              <a:t>'</a:t>
            </a:r>
            <a:r>
              <a:rPr lang="en-US" sz="2400" dirty="0" err="1"/>
              <a:t>edward</a:t>
            </a:r>
            <a:r>
              <a:rPr lang="en-US" sz="2400" dirty="0"/>
              <a:t>': 'ruby', '</a:t>
            </a:r>
            <a:r>
              <a:rPr lang="en-US" sz="2400" dirty="0" err="1"/>
              <a:t>phil</a:t>
            </a:r>
            <a:r>
              <a:rPr lang="en-US" sz="2400" dirty="0"/>
              <a:t>': 'python'}</a:t>
            </a:r>
          </a:p>
          <a:p>
            <a:r>
              <a:rPr lang="en-US" sz="2400" dirty="0"/>
              <a:t>friends = ['</a:t>
            </a:r>
            <a:r>
              <a:rPr lang="en-US" sz="2400" dirty="0" err="1"/>
              <a:t>phil</a:t>
            </a:r>
            <a:r>
              <a:rPr lang="en-US" sz="2400" dirty="0"/>
              <a:t>', '</a:t>
            </a:r>
            <a:r>
              <a:rPr lang="en-US" sz="2400" dirty="0" err="1"/>
              <a:t>sarah</a:t>
            </a:r>
            <a:r>
              <a:rPr lang="en-US" sz="2400" dirty="0" smtClean="0"/>
              <a:t>']</a:t>
            </a:r>
          </a:p>
          <a:p>
            <a:r>
              <a:rPr lang="en-US" sz="2400" dirty="0"/>
              <a:t>for name in </a:t>
            </a:r>
            <a:r>
              <a:rPr lang="en-US" sz="2400" dirty="0" err="1"/>
              <a:t>favorite_languages.keys</a:t>
            </a:r>
            <a:r>
              <a:rPr lang="en-US" sz="2400" dirty="0" smtClean="0"/>
              <a:t>():		print(</a:t>
            </a:r>
            <a:r>
              <a:rPr lang="en-US" sz="2400" dirty="0" err="1" smtClean="0"/>
              <a:t>name.title</a:t>
            </a:r>
            <a:r>
              <a:rPr lang="en-US" sz="2400" dirty="0" smtClean="0"/>
              <a:t>())						if </a:t>
            </a:r>
            <a:r>
              <a:rPr lang="en-US" sz="2400" dirty="0"/>
              <a:t>name in </a:t>
            </a:r>
            <a:r>
              <a:rPr lang="en-US" sz="2400" dirty="0" smtClean="0"/>
              <a:t>friends:								print</a:t>
            </a:r>
            <a:r>
              <a:rPr lang="en-US" sz="2400" dirty="0"/>
              <a:t>(" Hi " + </a:t>
            </a:r>
            <a:r>
              <a:rPr lang="en-US" sz="2400" dirty="0" err="1"/>
              <a:t>name.title</a:t>
            </a:r>
            <a:r>
              <a:rPr lang="en-US" sz="2400" dirty="0"/>
              <a:t>() </a:t>
            </a:r>
            <a:r>
              <a:rPr lang="en-US" sz="2400" dirty="0" smtClean="0"/>
              <a:t>+", </a:t>
            </a:r>
            <a:r>
              <a:rPr lang="en-US" sz="2400" dirty="0"/>
              <a:t>I see your </a:t>
            </a:r>
            <a:r>
              <a:rPr lang="en-US" sz="2400" dirty="0" smtClean="0"/>
              <a:t>				favorite </a:t>
            </a:r>
            <a:r>
              <a:rPr lang="en-US" sz="2400" dirty="0"/>
              <a:t>language is " </a:t>
            </a:r>
            <a:r>
              <a:rPr lang="en-US" sz="2400" dirty="0" smtClean="0"/>
              <a:t>+ 						</a:t>
            </a:r>
            <a:r>
              <a:rPr lang="en-US" sz="2400" dirty="0" err="1" smtClean="0"/>
              <a:t>favorite_languages</a:t>
            </a:r>
            <a:r>
              <a:rPr lang="en-US" sz="2400" dirty="0" smtClean="0"/>
              <a:t>[name</a:t>
            </a:r>
            <a:r>
              <a:rPr lang="en-US" sz="2400" dirty="0"/>
              <a:t>].title() + </a:t>
            </a:r>
            <a:r>
              <a:rPr lang="en-US" sz="2400" dirty="0" smtClean="0"/>
              <a:t>"!")</a:t>
            </a:r>
          </a:p>
          <a:p>
            <a:r>
              <a:rPr lang="en-US" sz="2300" dirty="0" smtClean="0"/>
              <a:t>Edward								 Phil								 	 Hi Phil, I see your favorite language is Python!			 Sarah								 Hi Sarah, I see your favorite language is C!			 	 Jen</a:t>
            </a:r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86424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Looping Through All the Keys in a Dictionary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/>
              <a:t>You can also use the keys() method to find out if a particular </a:t>
            </a:r>
            <a:r>
              <a:rPr lang="en-US" dirty="0" smtClean="0"/>
              <a:t>person was </a:t>
            </a:r>
            <a:r>
              <a:rPr lang="en-US" dirty="0"/>
              <a:t>polled</a:t>
            </a:r>
            <a:r>
              <a:rPr lang="en-US" dirty="0" smtClean="0"/>
              <a:t>.</a:t>
            </a:r>
          </a:p>
          <a:p>
            <a:r>
              <a:rPr lang="en-US" dirty="0" err="1"/>
              <a:t>favorite_languages</a:t>
            </a:r>
            <a:r>
              <a:rPr lang="en-US" dirty="0"/>
              <a:t> = { '</a:t>
            </a:r>
            <a:r>
              <a:rPr lang="en-US" dirty="0" err="1"/>
              <a:t>jen</a:t>
            </a:r>
            <a:r>
              <a:rPr lang="en-US" dirty="0"/>
              <a:t>': 'python', '</a:t>
            </a:r>
            <a:r>
              <a:rPr lang="en-US" dirty="0" err="1"/>
              <a:t>sarah</a:t>
            </a:r>
            <a:r>
              <a:rPr lang="en-US" dirty="0"/>
              <a:t>': 'c', 						 </a:t>
            </a:r>
            <a:r>
              <a:rPr lang="en-US" dirty="0" smtClean="0"/>
              <a:t>'</a:t>
            </a:r>
            <a:r>
              <a:rPr lang="en-US" dirty="0" err="1" smtClean="0"/>
              <a:t>edward</a:t>
            </a:r>
            <a:r>
              <a:rPr lang="en-US" dirty="0"/>
              <a:t>': 'ruby', '</a:t>
            </a:r>
            <a:r>
              <a:rPr lang="en-US" dirty="0" err="1"/>
              <a:t>phil</a:t>
            </a:r>
            <a:r>
              <a:rPr lang="en-US" dirty="0"/>
              <a:t>': 'python</a:t>
            </a:r>
            <a:r>
              <a:rPr lang="en-US" dirty="0" smtClean="0"/>
              <a:t>'}</a:t>
            </a:r>
          </a:p>
          <a:p>
            <a:r>
              <a:rPr lang="en-US" dirty="0"/>
              <a:t>if '</a:t>
            </a:r>
            <a:r>
              <a:rPr lang="en-US" dirty="0" err="1"/>
              <a:t>erin</a:t>
            </a:r>
            <a:r>
              <a:rPr lang="en-US" dirty="0"/>
              <a:t>' not in </a:t>
            </a:r>
            <a:r>
              <a:rPr lang="en-US" dirty="0" err="1"/>
              <a:t>favorite_languages.keys</a:t>
            </a:r>
            <a:r>
              <a:rPr lang="en-US" dirty="0" smtClean="0"/>
              <a:t>():		print</a:t>
            </a:r>
            <a:r>
              <a:rPr lang="en-US" dirty="0"/>
              <a:t>("Erin, please take our poll</a:t>
            </a:r>
            <a:r>
              <a:rPr lang="en-US" dirty="0" smtClean="0"/>
              <a:t>!")</a:t>
            </a:r>
          </a:p>
          <a:p>
            <a:r>
              <a:rPr lang="en-US" dirty="0"/>
              <a:t>Erin, please take our poll</a:t>
            </a:r>
            <a:r>
              <a:rPr lang="en-US" dirty="0" smtClean="0"/>
              <a:t>!</a:t>
            </a:r>
          </a:p>
          <a:p>
            <a:r>
              <a:rPr lang="en-US" dirty="0"/>
              <a:t>The keys() method isn’t just for looping: It actually returns a list of </a:t>
            </a:r>
            <a:r>
              <a:rPr lang="en-US" dirty="0" smtClean="0"/>
              <a:t>all the keys.</a:t>
            </a:r>
          </a:p>
          <a:p>
            <a:r>
              <a:rPr lang="en-US" sz="2400" dirty="0" smtClean="0"/>
              <a:t>The code simply </a:t>
            </a:r>
            <a:r>
              <a:rPr lang="en-US" sz="2400" dirty="0"/>
              <a:t>checks if '</a:t>
            </a:r>
            <a:r>
              <a:rPr lang="en-US" sz="2400" dirty="0" err="1"/>
              <a:t>erin</a:t>
            </a:r>
            <a:r>
              <a:rPr lang="en-US" sz="2400" dirty="0"/>
              <a:t>' is in this list. </a:t>
            </a:r>
            <a:r>
              <a:rPr lang="en-US" sz="2400" dirty="0" smtClean="0"/>
              <a:t>Because she’s </a:t>
            </a:r>
            <a:r>
              <a:rPr lang="en-US" sz="2400" dirty="0"/>
              <a:t>not, a message is printed inviting her to take the poll: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914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Looping Through a Dictionary’s Keys in Order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334000"/>
          </a:xfrm>
        </p:spPr>
        <p:txBody>
          <a:bodyPr/>
          <a:lstStyle/>
          <a:p>
            <a:r>
              <a:rPr lang="en-US" dirty="0"/>
              <a:t>One way to return items in a certain order is to sort the keys as </a:t>
            </a:r>
            <a:r>
              <a:rPr lang="en-US" dirty="0" smtClean="0"/>
              <a:t>they’re returned </a:t>
            </a:r>
            <a:r>
              <a:rPr lang="en-US" dirty="0"/>
              <a:t>in the for loop</a:t>
            </a:r>
            <a:r>
              <a:rPr lang="en-US" dirty="0" smtClean="0"/>
              <a:t>.</a:t>
            </a:r>
          </a:p>
          <a:p>
            <a:r>
              <a:rPr lang="en-US" dirty="0"/>
              <a:t>You can use the </a:t>
            </a:r>
            <a:r>
              <a:rPr lang="en-US" b="1" dirty="0"/>
              <a:t>sorted()</a:t>
            </a:r>
            <a:r>
              <a:rPr lang="en-US" dirty="0"/>
              <a:t> function to get a copy </a:t>
            </a:r>
            <a:r>
              <a:rPr lang="en-US" dirty="0" smtClean="0"/>
              <a:t>of the </a:t>
            </a:r>
            <a:r>
              <a:rPr lang="en-US" dirty="0"/>
              <a:t>keys in order</a:t>
            </a:r>
            <a:r>
              <a:rPr lang="en-US" dirty="0" smtClean="0"/>
              <a:t>:</a:t>
            </a:r>
          </a:p>
          <a:p>
            <a:r>
              <a:rPr lang="en-US" dirty="0" err="1"/>
              <a:t>favorite_languages</a:t>
            </a:r>
            <a:r>
              <a:rPr lang="en-US" dirty="0"/>
              <a:t> = { '</a:t>
            </a:r>
            <a:r>
              <a:rPr lang="en-US" dirty="0" err="1"/>
              <a:t>jen</a:t>
            </a:r>
            <a:r>
              <a:rPr lang="en-US" dirty="0"/>
              <a:t>': 'python', '</a:t>
            </a:r>
            <a:r>
              <a:rPr lang="en-US" dirty="0" err="1"/>
              <a:t>sarah</a:t>
            </a:r>
            <a:r>
              <a:rPr lang="en-US" dirty="0"/>
              <a:t>': 'c', 						 '</a:t>
            </a:r>
            <a:r>
              <a:rPr lang="en-US" dirty="0" err="1"/>
              <a:t>edward</a:t>
            </a:r>
            <a:r>
              <a:rPr lang="en-US" dirty="0"/>
              <a:t>': 'ruby', '</a:t>
            </a:r>
            <a:r>
              <a:rPr lang="en-US" dirty="0" err="1"/>
              <a:t>phil</a:t>
            </a:r>
            <a:r>
              <a:rPr lang="en-US" dirty="0"/>
              <a:t>': 'python'}</a:t>
            </a:r>
          </a:p>
          <a:p>
            <a:r>
              <a:rPr lang="en-US" dirty="0"/>
              <a:t>for name in sorted(</a:t>
            </a:r>
            <a:r>
              <a:rPr lang="en-US" dirty="0" err="1"/>
              <a:t>favorite_languages.keys</a:t>
            </a:r>
            <a:r>
              <a:rPr lang="en-US" dirty="0" smtClean="0"/>
              <a:t>()):	</a:t>
            </a:r>
            <a:r>
              <a:rPr lang="en-US" sz="2400" dirty="0" smtClean="0"/>
              <a:t>print(</a:t>
            </a:r>
            <a:r>
              <a:rPr lang="en-US" sz="2400" dirty="0" err="1" smtClean="0"/>
              <a:t>name.title</a:t>
            </a:r>
            <a:r>
              <a:rPr lang="en-US" sz="2400" dirty="0"/>
              <a:t>() + ", thank you for taking the poll</a:t>
            </a:r>
            <a:r>
              <a:rPr lang="en-US" sz="2400" dirty="0" smtClean="0"/>
              <a:t>.")</a:t>
            </a:r>
          </a:p>
          <a:p>
            <a:r>
              <a:rPr lang="en-US" sz="2400" dirty="0" smtClean="0"/>
              <a:t>Edward, thank you for taking the poll.				 Jen, thank you for taking the poll.					 Phil, thank you for taking the poll.					 Sarah, thank you for taking the poll.</a:t>
            </a:r>
          </a:p>
          <a:p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8186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Looping Through All Values in a Dictionary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/>
              <a:t>Y</a:t>
            </a:r>
            <a:r>
              <a:rPr lang="en-US" dirty="0" smtClean="0"/>
              <a:t>ou </a:t>
            </a:r>
            <a:r>
              <a:rPr lang="en-US" dirty="0"/>
              <a:t>can use the </a:t>
            </a:r>
            <a:r>
              <a:rPr lang="en-US" b="1" dirty="0" smtClean="0"/>
              <a:t>values()</a:t>
            </a:r>
            <a:r>
              <a:rPr lang="en-US" dirty="0" smtClean="0"/>
              <a:t> </a:t>
            </a:r>
            <a:r>
              <a:rPr lang="en-US" dirty="0"/>
              <a:t>method to return a list of values without any keys</a:t>
            </a:r>
            <a:r>
              <a:rPr lang="en-US" dirty="0" smtClean="0"/>
              <a:t>.</a:t>
            </a:r>
          </a:p>
          <a:p>
            <a:r>
              <a:rPr lang="en-US" dirty="0" err="1"/>
              <a:t>favorite_languages</a:t>
            </a:r>
            <a:r>
              <a:rPr lang="en-US" dirty="0"/>
              <a:t> = { '</a:t>
            </a:r>
            <a:r>
              <a:rPr lang="en-US" dirty="0" err="1"/>
              <a:t>jen</a:t>
            </a:r>
            <a:r>
              <a:rPr lang="en-US" dirty="0"/>
              <a:t>': 'python', '</a:t>
            </a:r>
            <a:r>
              <a:rPr lang="en-US" dirty="0" err="1"/>
              <a:t>sarah</a:t>
            </a:r>
            <a:r>
              <a:rPr lang="en-US" dirty="0"/>
              <a:t>': 'c', 						 '</a:t>
            </a:r>
            <a:r>
              <a:rPr lang="en-US" dirty="0" err="1"/>
              <a:t>edward</a:t>
            </a:r>
            <a:r>
              <a:rPr lang="en-US" dirty="0"/>
              <a:t>': 'ruby', '</a:t>
            </a:r>
            <a:r>
              <a:rPr lang="en-US" dirty="0" err="1"/>
              <a:t>phil</a:t>
            </a:r>
            <a:r>
              <a:rPr lang="en-US" dirty="0"/>
              <a:t>': 'python'}</a:t>
            </a:r>
          </a:p>
          <a:p>
            <a:r>
              <a:rPr lang="en-US" dirty="0"/>
              <a:t>print("The following languages have been mentioned</a:t>
            </a:r>
            <a:r>
              <a:rPr lang="en-US" dirty="0" smtClean="0"/>
              <a:t>:") for </a:t>
            </a:r>
            <a:r>
              <a:rPr lang="en-US" dirty="0"/>
              <a:t>language in </a:t>
            </a:r>
            <a:r>
              <a:rPr lang="en-US" dirty="0" err="1"/>
              <a:t>favorite_languages.values</a:t>
            </a:r>
            <a:r>
              <a:rPr lang="en-US" dirty="0" smtClean="0"/>
              <a:t>(): 	print(</a:t>
            </a:r>
            <a:r>
              <a:rPr lang="en-US" dirty="0" err="1" smtClean="0"/>
              <a:t>language.title</a:t>
            </a:r>
            <a:r>
              <a:rPr lang="en-US" dirty="0" smtClean="0"/>
              <a:t>())</a:t>
            </a:r>
          </a:p>
          <a:p>
            <a:r>
              <a:rPr lang="en-US" dirty="0"/>
              <a:t>The following languages have been </a:t>
            </a:r>
            <a:r>
              <a:rPr lang="en-US" dirty="0" smtClean="0"/>
              <a:t>mentioned:		 Python								 C									 Python								 Ruby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92296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Values without </a:t>
            </a:r>
            <a:r>
              <a:rPr lang="en-US" dirty="0" err="1"/>
              <a:t>R</a:t>
            </a:r>
            <a:r>
              <a:rPr lang="en-US" dirty="0" err="1" smtClean="0"/>
              <a:t>epitition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094342"/>
            <a:ext cx="8574088" cy="5763658"/>
          </a:xfrm>
        </p:spPr>
        <p:txBody>
          <a:bodyPr/>
          <a:lstStyle/>
          <a:p>
            <a:r>
              <a:rPr lang="en-US" dirty="0"/>
              <a:t>To see each language chosen without repetition, we can use a </a:t>
            </a:r>
            <a:r>
              <a:rPr lang="en-US" b="1" i="1" dirty="0"/>
              <a:t>set</a:t>
            </a:r>
            <a:r>
              <a:rPr lang="en-US" dirty="0" smtClean="0"/>
              <a:t>.</a:t>
            </a:r>
          </a:p>
          <a:p>
            <a:r>
              <a:rPr lang="en-US" dirty="0"/>
              <a:t>A </a:t>
            </a:r>
            <a:r>
              <a:rPr lang="en-US" i="1" dirty="0"/>
              <a:t>set</a:t>
            </a:r>
            <a:r>
              <a:rPr lang="en-US" dirty="0"/>
              <a:t> is similar to a list except that each item in the set must be unique</a:t>
            </a:r>
            <a:r>
              <a:rPr lang="en-US" dirty="0" smtClean="0"/>
              <a:t>:</a:t>
            </a:r>
          </a:p>
          <a:p>
            <a:r>
              <a:rPr lang="en-US" dirty="0" err="1"/>
              <a:t>favorite_languages</a:t>
            </a:r>
            <a:r>
              <a:rPr lang="en-US" dirty="0"/>
              <a:t> = { '</a:t>
            </a:r>
            <a:r>
              <a:rPr lang="en-US" dirty="0" err="1"/>
              <a:t>jen</a:t>
            </a:r>
            <a:r>
              <a:rPr lang="en-US" dirty="0"/>
              <a:t>': 'python', '</a:t>
            </a:r>
            <a:r>
              <a:rPr lang="en-US" dirty="0" err="1"/>
              <a:t>sarah</a:t>
            </a:r>
            <a:r>
              <a:rPr lang="en-US" dirty="0"/>
              <a:t>': 'c', 						 '</a:t>
            </a:r>
            <a:r>
              <a:rPr lang="en-US" dirty="0" err="1"/>
              <a:t>edward</a:t>
            </a:r>
            <a:r>
              <a:rPr lang="en-US" dirty="0"/>
              <a:t>': 'ruby', '</a:t>
            </a:r>
            <a:r>
              <a:rPr lang="en-US" dirty="0" err="1"/>
              <a:t>phil</a:t>
            </a:r>
            <a:r>
              <a:rPr lang="en-US" dirty="0"/>
              <a:t>': 'python'}</a:t>
            </a:r>
          </a:p>
          <a:p>
            <a:r>
              <a:rPr lang="en-US" dirty="0"/>
              <a:t>print("The following languages have been mentioned</a:t>
            </a:r>
            <a:r>
              <a:rPr lang="en-US" dirty="0" smtClean="0"/>
              <a:t>:") </a:t>
            </a:r>
            <a:r>
              <a:rPr lang="en-US" dirty="0"/>
              <a:t>for language in set(</a:t>
            </a:r>
            <a:r>
              <a:rPr lang="en-US" dirty="0" err="1"/>
              <a:t>favorite_languages.values</a:t>
            </a:r>
            <a:r>
              <a:rPr lang="en-US" dirty="0" smtClean="0"/>
              <a:t>()):	print(</a:t>
            </a:r>
            <a:r>
              <a:rPr lang="en-US" dirty="0" err="1" smtClean="0"/>
              <a:t>language.title</a:t>
            </a:r>
            <a:r>
              <a:rPr lang="en-US" dirty="0" smtClean="0"/>
              <a:t>())</a:t>
            </a:r>
          </a:p>
          <a:p>
            <a:r>
              <a:rPr lang="en-US" sz="2400" dirty="0"/>
              <a:t>The following languages have been </a:t>
            </a:r>
            <a:r>
              <a:rPr lang="en-US" sz="2400" dirty="0" smtClean="0"/>
              <a:t>mentioned:			 Python								 C									 Ruby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4475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Nesting in Dictionary &amp;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066800"/>
            <a:ext cx="8574088" cy="5791200"/>
          </a:xfrm>
        </p:spPr>
        <p:txBody>
          <a:bodyPr/>
          <a:lstStyle/>
          <a:p>
            <a:r>
              <a:rPr lang="en-US" sz="2400" dirty="0"/>
              <a:t>Sometimes you’ll want to store a set of dictionaries in a list or a list </a:t>
            </a:r>
            <a:r>
              <a:rPr lang="en-US" sz="2400" dirty="0" smtClean="0"/>
              <a:t>of items </a:t>
            </a:r>
            <a:r>
              <a:rPr lang="en-US" sz="2400" dirty="0"/>
              <a:t>as a value in a dictionary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This is called </a:t>
            </a:r>
            <a:r>
              <a:rPr lang="en-US" sz="2400" i="1" dirty="0"/>
              <a:t>nesting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You can nest a </a:t>
            </a:r>
            <a:r>
              <a:rPr lang="en-US" sz="2400" dirty="0" smtClean="0"/>
              <a:t>set of </a:t>
            </a:r>
            <a:r>
              <a:rPr lang="en-US" sz="2400" dirty="0"/>
              <a:t>dictionaries inside a list, a list of items inside a dictionary, or even </a:t>
            </a:r>
            <a:r>
              <a:rPr lang="en-US" sz="2400" dirty="0" smtClean="0"/>
              <a:t>a dictionary </a:t>
            </a:r>
            <a:r>
              <a:rPr lang="en-US" sz="2400" dirty="0"/>
              <a:t>inside another dictionary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i="1" dirty="0"/>
              <a:t>A </a:t>
            </a:r>
            <a:r>
              <a:rPr lang="en-US" b="1" i="1" dirty="0"/>
              <a:t>List of </a:t>
            </a:r>
            <a:r>
              <a:rPr lang="en-US" b="1" i="1" dirty="0" smtClean="0"/>
              <a:t>Dictionaries</a:t>
            </a:r>
          </a:p>
          <a:p>
            <a:r>
              <a:rPr lang="en-US" sz="2200" dirty="0"/>
              <a:t>alien_0 = {'color': 'green', 'points': </a:t>
            </a:r>
            <a:r>
              <a:rPr lang="en-US" sz="2200" dirty="0" smtClean="0"/>
              <a:t>5}			 	 	 alien_1 </a:t>
            </a:r>
            <a:r>
              <a:rPr lang="en-US" sz="2200" dirty="0"/>
              <a:t>= {'color': 'yellow', 'points': </a:t>
            </a:r>
            <a:r>
              <a:rPr lang="en-US" sz="2200" dirty="0" smtClean="0"/>
              <a:t>10}				 alien_2 </a:t>
            </a:r>
            <a:r>
              <a:rPr lang="en-US" sz="2200" dirty="0"/>
              <a:t>= {'color': 'red', 'points': 15</a:t>
            </a:r>
            <a:r>
              <a:rPr lang="en-US" sz="2200" dirty="0" smtClean="0"/>
              <a:t>}</a:t>
            </a:r>
          </a:p>
          <a:p>
            <a:r>
              <a:rPr lang="en-US" sz="2200" dirty="0"/>
              <a:t>aliens </a:t>
            </a:r>
            <a:r>
              <a:rPr lang="en-US" sz="2200" dirty="0" smtClean="0"/>
              <a:t>= [alien_0, alien_1, alien_2]</a:t>
            </a:r>
            <a:endParaRPr lang="en-US" sz="2200" dirty="0" smtClean="0"/>
          </a:p>
          <a:p>
            <a:r>
              <a:rPr lang="en-US" sz="2200" dirty="0"/>
              <a:t>for alien in </a:t>
            </a:r>
            <a:r>
              <a:rPr lang="en-US" sz="2200" dirty="0" smtClean="0"/>
              <a:t>aliens:							print(alien)</a:t>
            </a:r>
          </a:p>
          <a:p>
            <a:r>
              <a:rPr lang="en-US" sz="2200" dirty="0"/>
              <a:t>{'color': 'green', 'points': 5</a:t>
            </a:r>
            <a:r>
              <a:rPr lang="en-US" sz="2200" dirty="0" smtClean="0"/>
              <a:t>}						 {</a:t>
            </a:r>
            <a:r>
              <a:rPr lang="en-US" sz="2200" dirty="0"/>
              <a:t>'color': 'yellow', 'points': 10</a:t>
            </a:r>
            <a:r>
              <a:rPr lang="en-US" sz="2200" dirty="0" smtClean="0"/>
              <a:t>}						 {</a:t>
            </a:r>
            <a:r>
              <a:rPr lang="en-US" sz="2200" dirty="0"/>
              <a:t>'color': 'red', 'points': 15}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1010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Nesting in Dictionary &amp;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791200"/>
          </a:xfrm>
        </p:spPr>
        <p:txBody>
          <a:bodyPr/>
          <a:lstStyle/>
          <a:p>
            <a:r>
              <a:rPr lang="en-US" sz="2500" dirty="0"/>
              <a:t>In the following example </a:t>
            </a:r>
            <a:r>
              <a:rPr lang="en-US" sz="2500" dirty="0" smtClean="0"/>
              <a:t>we use </a:t>
            </a:r>
            <a:r>
              <a:rPr lang="en-US" sz="2500" dirty="0"/>
              <a:t>range() to create a fleet of 30 aliens</a:t>
            </a:r>
            <a:r>
              <a:rPr lang="en-US" sz="2500" dirty="0" smtClean="0"/>
              <a:t>:</a:t>
            </a:r>
          </a:p>
          <a:p>
            <a:r>
              <a:rPr lang="en-US" sz="2500" dirty="0"/>
              <a:t># Make an empty list for storing </a:t>
            </a:r>
            <a:r>
              <a:rPr lang="en-US" sz="2500" dirty="0" smtClean="0"/>
              <a:t>aliens.			 	 aliens </a:t>
            </a:r>
            <a:r>
              <a:rPr lang="en-US" sz="2500" dirty="0"/>
              <a:t>= </a:t>
            </a:r>
            <a:r>
              <a:rPr lang="en-US" sz="2500" dirty="0" smtClean="0"/>
              <a:t>[ ]</a:t>
            </a:r>
          </a:p>
          <a:p>
            <a:r>
              <a:rPr lang="en-US" sz="2500" dirty="0"/>
              <a:t># Make 30 green </a:t>
            </a:r>
            <a:r>
              <a:rPr lang="en-US" sz="2500" dirty="0" smtClean="0"/>
              <a:t>aliens.					 	 for </a:t>
            </a:r>
            <a:r>
              <a:rPr lang="en-US" sz="2500" dirty="0" err="1"/>
              <a:t>alien_number</a:t>
            </a:r>
            <a:r>
              <a:rPr lang="en-US" sz="2500" dirty="0"/>
              <a:t> in range(30</a:t>
            </a:r>
            <a:r>
              <a:rPr lang="en-US" sz="2500" dirty="0" smtClean="0"/>
              <a:t>):				</a:t>
            </a:r>
            <a:r>
              <a:rPr lang="en-US" sz="2500" dirty="0" err="1" smtClean="0"/>
              <a:t>new_alien</a:t>
            </a:r>
            <a:r>
              <a:rPr lang="en-US" sz="2500" dirty="0" smtClean="0"/>
              <a:t> </a:t>
            </a:r>
            <a:r>
              <a:rPr lang="en-US" sz="2500" dirty="0"/>
              <a:t>= {'color': 'green', 'points': 5, 'speed': 'slow</a:t>
            </a:r>
            <a:r>
              <a:rPr lang="en-US" sz="2500" dirty="0" smtClean="0"/>
              <a:t>'} 	</a:t>
            </a:r>
            <a:r>
              <a:rPr lang="en-US" sz="2500" dirty="0" err="1" smtClean="0"/>
              <a:t>aliens.append</a:t>
            </a:r>
            <a:r>
              <a:rPr lang="en-US" sz="2500" dirty="0" smtClean="0"/>
              <a:t>(</a:t>
            </a:r>
            <a:r>
              <a:rPr lang="en-US" sz="2500" dirty="0" err="1" smtClean="0"/>
              <a:t>new_alien</a:t>
            </a:r>
            <a:r>
              <a:rPr lang="en-US" sz="2500" dirty="0" smtClean="0"/>
              <a:t>)</a:t>
            </a:r>
          </a:p>
          <a:p>
            <a:r>
              <a:rPr lang="en-US" sz="2500" dirty="0"/>
              <a:t># Show the first 5 </a:t>
            </a:r>
            <a:r>
              <a:rPr lang="en-US" sz="2500" dirty="0" smtClean="0"/>
              <a:t>aliens:					 	 for </a:t>
            </a:r>
            <a:r>
              <a:rPr lang="en-US" sz="2500" dirty="0"/>
              <a:t>alien in aliens[:5</a:t>
            </a:r>
            <a:r>
              <a:rPr lang="en-US" sz="2500" dirty="0" smtClean="0"/>
              <a:t>]:					 	print(alien)						 print("...")</a:t>
            </a:r>
          </a:p>
          <a:p>
            <a:r>
              <a:rPr lang="en-US" sz="2500" dirty="0"/>
              <a:t># Show how many aliens have been </a:t>
            </a:r>
            <a:r>
              <a:rPr lang="en-US" sz="2500" dirty="0" smtClean="0"/>
              <a:t>created.			  print</a:t>
            </a:r>
            <a:r>
              <a:rPr lang="en-US" sz="2500" dirty="0"/>
              <a:t>("Total number of aliens: " + </a:t>
            </a:r>
            <a:r>
              <a:rPr lang="en-US" sz="2500" dirty="0" err="1"/>
              <a:t>str</a:t>
            </a:r>
            <a:r>
              <a:rPr lang="en-US" sz="2500" dirty="0"/>
              <a:t>(</a:t>
            </a:r>
            <a:r>
              <a:rPr lang="en-US" sz="2500" dirty="0" err="1"/>
              <a:t>len</a:t>
            </a:r>
            <a:r>
              <a:rPr lang="en-US" sz="2500" dirty="0"/>
              <a:t>(aliens)))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07383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Nesting in Dictionary &amp;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574088" cy="5486400"/>
          </a:xfrm>
        </p:spPr>
        <p:txBody>
          <a:bodyPr/>
          <a:lstStyle/>
          <a:p>
            <a:r>
              <a:rPr lang="en-US" dirty="0"/>
              <a:t>{'speed': 'slow', 'color': 'green', 'points': 5</a:t>
            </a:r>
            <a:r>
              <a:rPr lang="en-US" dirty="0" smtClean="0"/>
              <a:t>}		 {</a:t>
            </a:r>
            <a:r>
              <a:rPr lang="en-US" dirty="0"/>
              <a:t>'speed': 'slow', 'color': 'green', 'points': 5</a:t>
            </a:r>
            <a:r>
              <a:rPr lang="en-US" dirty="0" smtClean="0"/>
              <a:t>}			 {</a:t>
            </a:r>
            <a:r>
              <a:rPr lang="en-US" dirty="0"/>
              <a:t>'speed': 'slow', 'color': 'green', 'points': 5</a:t>
            </a:r>
            <a:r>
              <a:rPr lang="en-US" dirty="0" smtClean="0"/>
              <a:t>}		 {</a:t>
            </a:r>
            <a:r>
              <a:rPr lang="en-US" dirty="0"/>
              <a:t>'speed': 'slow', 'color': 'green', 'points': 5</a:t>
            </a:r>
            <a:r>
              <a:rPr lang="en-US" dirty="0" smtClean="0"/>
              <a:t>}			 {</a:t>
            </a:r>
            <a:r>
              <a:rPr lang="en-US" dirty="0"/>
              <a:t>'speed': 'slow', 'color': 'green', 'points': 5</a:t>
            </a:r>
            <a:r>
              <a:rPr lang="en-US" dirty="0" smtClean="0"/>
              <a:t>}			 ...									 Total </a:t>
            </a:r>
            <a:r>
              <a:rPr lang="en-US" dirty="0"/>
              <a:t>number of aliens: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640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Nesting in Dictionary &amp;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49" y="1219200"/>
            <a:ext cx="8574088" cy="5562600"/>
          </a:xfrm>
        </p:spPr>
        <p:txBody>
          <a:bodyPr/>
          <a:lstStyle/>
          <a:p>
            <a:r>
              <a:rPr lang="en-US" sz="2300" dirty="0"/>
              <a:t># Make an empty list for storing </a:t>
            </a:r>
            <a:r>
              <a:rPr lang="en-US" sz="2300" dirty="0" smtClean="0"/>
              <a:t>aliens.				 aliens </a:t>
            </a:r>
            <a:r>
              <a:rPr lang="en-US" sz="2300" dirty="0"/>
              <a:t>= </a:t>
            </a:r>
            <a:r>
              <a:rPr lang="en-US" sz="2300" dirty="0" smtClean="0"/>
              <a:t>[ ]</a:t>
            </a:r>
          </a:p>
          <a:p>
            <a:r>
              <a:rPr lang="en-US" sz="2300" dirty="0"/>
              <a:t># Make 30 green </a:t>
            </a:r>
            <a:r>
              <a:rPr lang="en-US" sz="2300" dirty="0" smtClean="0"/>
              <a:t>aliens.					 	 for </a:t>
            </a:r>
            <a:r>
              <a:rPr lang="en-US" sz="2300" dirty="0" err="1"/>
              <a:t>alien_number</a:t>
            </a:r>
            <a:r>
              <a:rPr lang="en-US" sz="2300" dirty="0"/>
              <a:t> in range (0,30</a:t>
            </a:r>
            <a:r>
              <a:rPr lang="en-US" sz="2300" dirty="0" smtClean="0"/>
              <a:t>):				</a:t>
            </a:r>
            <a:r>
              <a:rPr lang="en-US" sz="2300" dirty="0" err="1" smtClean="0"/>
              <a:t>new_alien</a:t>
            </a:r>
            <a:r>
              <a:rPr lang="en-US" sz="2300" dirty="0" smtClean="0"/>
              <a:t> </a:t>
            </a:r>
            <a:r>
              <a:rPr lang="en-US" sz="2300" dirty="0"/>
              <a:t>= {'color': 'green', 'points': 5, 'speed': 'slow</a:t>
            </a:r>
            <a:r>
              <a:rPr lang="en-US" sz="2300" dirty="0" smtClean="0"/>
              <a:t>'}	</a:t>
            </a:r>
            <a:r>
              <a:rPr lang="en-US" sz="2300" dirty="0" err="1" smtClean="0"/>
              <a:t>aliens.append</a:t>
            </a:r>
            <a:r>
              <a:rPr lang="en-US" sz="2300" dirty="0" smtClean="0"/>
              <a:t>(</a:t>
            </a:r>
            <a:r>
              <a:rPr lang="en-US" sz="2300" dirty="0" err="1" smtClean="0"/>
              <a:t>new_alien</a:t>
            </a:r>
            <a:r>
              <a:rPr lang="en-US" sz="2300" dirty="0"/>
              <a:t>)</a:t>
            </a:r>
          </a:p>
          <a:p>
            <a:r>
              <a:rPr lang="en-US" sz="2300" dirty="0"/>
              <a:t>for alien in aliens[0:3</a:t>
            </a:r>
            <a:r>
              <a:rPr lang="en-US" sz="2300" dirty="0" smtClean="0"/>
              <a:t>]:						if </a:t>
            </a:r>
            <a:r>
              <a:rPr lang="en-US" sz="2300" dirty="0"/>
              <a:t>alien['color'] == 'green</a:t>
            </a:r>
            <a:r>
              <a:rPr lang="en-US" sz="2300" dirty="0" smtClean="0"/>
              <a:t>':							alien</a:t>
            </a:r>
            <a:r>
              <a:rPr lang="en-US" sz="2300" dirty="0"/>
              <a:t>['color'] = </a:t>
            </a:r>
            <a:r>
              <a:rPr lang="en-US" sz="2300" dirty="0" smtClean="0"/>
              <a:t>'yellow‘							alien</a:t>
            </a:r>
            <a:r>
              <a:rPr lang="en-US" sz="2300" dirty="0"/>
              <a:t>['speed'] = </a:t>
            </a:r>
            <a:r>
              <a:rPr lang="en-US" sz="2300" dirty="0" smtClean="0"/>
              <a:t>'medium‘						alien</a:t>
            </a:r>
            <a:r>
              <a:rPr lang="en-US" sz="2300" dirty="0"/>
              <a:t>['points'] = 10</a:t>
            </a:r>
          </a:p>
          <a:p>
            <a:r>
              <a:rPr lang="en-US" sz="2300" dirty="0"/>
              <a:t># Show the first 5 </a:t>
            </a:r>
            <a:r>
              <a:rPr lang="en-US" sz="2300" dirty="0" smtClean="0"/>
              <a:t>aliens:						 for </a:t>
            </a:r>
            <a:r>
              <a:rPr lang="en-US" sz="2300" dirty="0"/>
              <a:t>alien in aliens[0:5</a:t>
            </a:r>
            <a:r>
              <a:rPr lang="en-US" sz="2300" dirty="0" smtClean="0"/>
              <a:t>]:					print(alien)						 print</a:t>
            </a:r>
            <a:r>
              <a:rPr lang="en-US" sz="2300" dirty="0"/>
              <a:t>("...")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8718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Nesting in Dictionary &amp;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{'speed': 'medium', 'color': 'yellow', 'points': 10</a:t>
            </a:r>
            <a:r>
              <a:rPr lang="en-US" dirty="0" smtClean="0"/>
              <a:t>}	 {</a:t>
            </a:r>
            <a:r>
              <a:rPr lang="en-US" dirty="0"/>
              <a:t>'speed': 'medium', 'color': 'yellow', 'points': 10</a:t>
            </a:r>
            <a:r>
              <a:rPr lang="en-US" dirty="0" smtClean="0"/>
              <a:t>}	 {</a:t>
            </a:r>
            <a:r>
              <a:rPr lang="en-US" dirty="0"/>
              <a:t>'speed': 'medium', 'color': 'yellow', 'points': 10</a:t>
            </a:r>
            <a:r>
              <a:rPr lang="en-US" dirty="0" smtClean="0"/>
              <a:t>}	 {</a:t>
            </a:r>
            <a:r>
              <a:rPr lang="en-US" dirty="0"/>
              <a:t>'speed': 'slow', 'color': 'green', 'points': 5</a:t>
            </a:r>
            <a:r>
              <a:rPr lang="en-US" dirty="0" smtClean="0"/>
              <a:t>}		 {</a:t>
            </a:r>
            <a:r>
              <a:rPr lang="en-US" dirty="0"/>
              <a:t>'speed': 'slow', 'color': 'green', 'points': 5</a:t>
            </a:r>
            <a:r>
              <a:rPr lang="en-US" dirty="0" smtClean="0"/>
              <a:t>}			 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560515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List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10200"/>
          </a:xfrm>
        </p:spPr>
        <p:txBody>
          <a:bodyPr/>
          <a:lstStyle/>
          <a:p>
            <a:r>
              <a:rPr lang="en-US" dirty="0"/>
              <a:t># Store information about a pizza being </a:t>
            </a:r>
            <a:r>
              <a:rPr lang="en-US" dirty="0" smtClean="0"/>
              <a:t>ordered.		 pizza </a:t>
            </a:r>
            <a:r>
              <a:rPr lang="en-US" dirty="0"/>
              <a:t>= </a:t>
            </a:r>
            <a:r>
              <a:rPr lang="en-US" dirty="0" smtClean="0"/>
              <a:t>{'crust</a:t>
            </a:r>
            <a:r>
              <a:rPr lang="en-US" dirty="0"/>
              <a:t>': 'thick</a:t>
            </a:r>
            <a:r>
              <a:rPr lang="en-US" dirty="0" smtClean="0"/>
              <a:t>', 'toppings</a:t>
            </a:r>
            <a:r>
              <a:rPr lang="en-US" dirty="0"/>
              <a:t>': ['mushrooms', 'extra cheese</a:t>
            </a:r>
            <a:r>
              <a:rPr lang="en-US" dirty="0" smtClean="0"/>
              <a:t>'],}</a:t>
            </a:r>
          </a:p>
          <a:p>
            <a:r>
              <a:rPr lang="en-US" dirty="0"/>
              <a:t># Summarize the </a:t>
            </a:r>
            <a:r>
              <a:rPr lang="en-US" dirty="0" smtClean="0"/>
              <a:t>order.				 print</a:t>
            </a:r>
            <a:r>
              <a:rPr lang="en-US" dirty="0"/>
              <a:t>("You ordered a " + pizza['crust'] + "-crust pizza " </a:t>
            </a:r>
            <a:r>
              <a:rPr lang="en-US" dirty="0" smtClean="0"/>
              <a:t>		     + "</a:t>
            </a:r>
            <a:r>
              <a:rPr lang="en-US" dirty="0"/>
              <a:t>with the following toppings</a:t>
            </a:r>
            <a:r>
              <a:rPr lang="en-US" dirty="0" smtClean="0"/>
              <a:t>:")</a:t>
            </a:r>
          </a:p>
          <a:p>
            <a:r>
              <a:rPr lang="en-US" dirty="0"/>
              <a:t>for topping in pizza['toppings</a:t>
            </a:r>
            <a:r>
              <a:rPr lang="en-US" dirty="0" smtClean="0"/>
              <a:t>']:			print</a:t>
            </a:r>
            <a:r>
              <a:rPr lang="en-US" dirty="0"/>
              <a:t>("\t" + topping</a:t>
            </a:r>
            <a:r>
              <a:rPr lang="en-US" dirty="0" smtClean="0"/>
              <a:t>)</a:t>
            </a:r>
          </a:p>
          <a:p>
            <a:r>
              <a:rPr lang="en-US" dirty="0"/>
              <a:t>You ordered a </a:t>
            </a:r>
            <a:r>
              <a:rPr lang="en-US" b="1" dirty="0"/>
              <a:t>thick</a:t>
            </a:r>
            <a:r>
              <a:rPr lang="en-US" dirty="0"/>
              <a:t>-crust pizza with the following </a:t>
            </a:r>
            <a:r>
              <a:rPr lang="en-US" dirty="0" smtClean="0"/>
              <a:t>toppings:							</a:t>
            </a:r>
            <a:r>
              <a:rPr lang="en-US" b="1" dirty="0" smtClean="0"/>
              <a:t>mushrooms							extra </a:t>
            </a:r>
            <a:r>
              <a:rPr lang="en-US" b="1" dirty="0"/>
              <a:t>cheese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69829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List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nest a list inside a dictionary any time you want more </a:t>
            </a:r>
            <a:r>
              <a:rPr lang="en-US" dirty="0" smtClean="0"/>
              <a:t>than one </a:t>
            </a:r>
            <a:r>
              <a:rPr lang="en-US" dirty="0"/>
              <a:t>value to be associated with a single key in a dictionary</a:t>
            </a:r>
            <a:r>
              <a:rPr lang="en-US" dirty="0" smtClean="0"/>
              <a:t>.</a:t>
            </a:r>
          </a:p>
          <a:p>
            <a:r>
              <a:rPr lang="en-US" dirty="0" err="1"/>
              <a:t>favorite_languages</a:t>
            </a:r>
            <a:r>
              <a:rPr lang="en-US" dirty="0"/>
              <a:t> = </a:t>
            </a:r>
            <a:r>
              <a:rPr lang="en-US" dirty="0" smtClean="0"/>
              <a:t>{ '</a:t>
            </a:r>
            <a:r>
              <a:rPr lang="en-US" dirty="0" err="1" smtClean="0"/>
              <a:t>jen</a:t>
            </a:r>
            <a:r>
              <a:rPr lang="en-US" dirty="0"/>
              <a:t>': ['python', 'ruby</a:t>
            </a:r>
            <a:r>
              <a:rPr lang="en-US" dirty="0" smtClean="0"/>
              <a:t>'],						'</a:t>
            </a:r>
            <a:r>
              <a:rPr lang="en-US" dirty="0" err="1" smtClean="0"/>
              <a:t>sarah</a:t>
            </a:r>
            <a:r>
              <a:rPr lang="en-US" dirty="0"/>
              <a:t>': ['c</a:t>
            </a:r>
            <a:r>
              <a:rPr lang="en-US" dirty="0" smtClean="0"/>
              <a:t>'],								'</a:t>
            </a:r>
            <a:r>
              <a:rPr lang="en-US" dirty="0" err="1" smtClean="0"/>
              <a:t>edward</a:t>
            </a:r>
            <a:r>
              <a:rPr lang="en-US" dirty="0"/>
              <a:t>': ['ruby', </a:t>
            </a:r>
            <a:r>
              <a:rPr lang="en-US" dirty="0" smtClean="0"/>
              <a:t>‘c'],						'</a:t>
            </a:r>
            <a:r>
              <a:rPr lang="en-US" dirty="0" err="1" smtClean="0"/>
              <a:t>phil</a:t>
            </a:r>
            <a:r>
              <a:rPr lang="en-US" dirty="0"/>
              <a:t>': ['python', '</a:t>
            </a:r>
            <a:r>
              <a:rPr lang="en-US" dirty="0" err="1"/>
              <a:t>haskell</a:t>
            </a:r>
            <a:r>
              <a:rPr lang="en-US" dirty="0" smtClean="0"/>
              <a:t>'],}</a:t>
            </a:r>
          </a:p>
          <a:p>
            <a:r>
              <a:rPr lang="en-US" dirty="0"/>
              <a:t>for name, languages in </a:t>
            </a:r>
            <a:r>
              <a:rPr lang="en-US" dirty="0" err="1"/>
              <a:t>favorite_languages.items</a:t>
            </a:r>
            <a:r>
              <a:rPr lang="en-US" dirty="0" smtClean="0"/>
              <a:t>():	</a:t>
            </a:r>
            <a:r>
              <a:rPr lang="en-US" sz="2400" dirty="0" smtClean="0"/>
              <a:t>print</a:t>
            </a:r>
            <a:r>
              <a:rPr lang="en-US" sz="2400" dirty="0"/>
              <a:t>("\n" + </a:t>
            </a:r>
            <a:r>
              <a:rPr lang="en-US" sz="2400" dirty="0" err="1"/>
              <a:t>name.title</a:t>
            </a:r>
            <a:r>
              <a:rPr lang="en-US" sz="2400" dirty="0"/>
              <a:t>() + "'s favorite languages are</a:t>
            </a:r>
            <a:r>
              <a:rPr lang="en-US" sz="2400" dirty="0" smtClean="0"/>
              <a:t>:")	</a:t>
            </a:r>
            <a:r>
              <a:rPr lang="en-US" dirty="0" smtClean="0"/>
              <a:t>for </a:t>
            </a:r>
            <a:r>
              <a:rPr lang="en-US" dirty="0"/>
              <a:t>language in languages</a:t>
            </a:r>
            <a:r>
              <a:rPr lang="en-US" dirty="0" smtClean="0"/>
              <a:t>: 					print</a:t>
            </a:r>
            <a:r>
              <a:rPr lang="en-US" dirty="0"/>
              <a:t>("\t" + </a:t>
            </a:r>
            <a:r>
              <a:rPr lang="en-US" dirty="0" err="1"/>
              <a:t>language.title</a:t>
            </a:r>
            <a:r>
              <a:rPr lang="en-US" dirty="0"/>
              <a:t>())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48414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List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Jen's favorite languages </a:t>
            </a:r>
            <a:r>
              <a:rPr lang="en-US" dirty="0" smtClean="0"/>
              <a:t>are:					Python							Ruby								 Sarah's </a:t>
            </a:r>
            <a:r>
              <a:rPr lang="en-US" dirty="0"/>
              <a:t>favorite languages </a:t>
            </a:r>
            <a:r>
              <a:rPr lang="en-US" dirty="0" smtClean="0"/>
              <a:t>are:					C								 Phil's </a:t>
            </a:r>
            <a:r>
              <a:rPr lang="en-US" dirty="0"/>
              <a:t>favorite languages </a:t>
            </a:r>
            <a:r>
              <a:rPr lang="en-US" dirty="0" smtClean="0"/>
              <a:t>are:					Python						Haskell						 Edward's </a:t>
            </a:r>
            <a:r>
              <a:rPr lang="en-US" dirty="0"/>
              <a:t>favorite languages </a:t>
            </a:r>
            <a:r>
              <a:rPr lang="en-US" dirty="0" smtClean="0"/>
              <a:t>are:				Ruby								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48368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Dictionary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users = </a:t>
            </a:r>
            <a:r>
              <a:rPr lang="en-US" sz="2400" dirty="0" smtClean="0"/>
              <a:t>{ 							'</a:t>
            </a:r>
            <a:r>
              <a:rPr lang="en-US" sz="2400" dirty="0" err="1" smtClean="0"/>
              <a:t>aeinstein</a:t>
            </a:r>
            <a:r>
              <a:rPr lang="en-US" sz="2400" dirty="0"/>
              <a:t>': </a:t>
            </a:r>
            <a:r>
              <a:rPr lang="en-US" sz="2400" dirty="0" smtClean="0"/>
              <a:t>{									'first</a:t>
            </a:r>
            <a:r>
              <a:rPr lang="en-US" sz="2400" dirty="0"/>
              <a:t>': 'albert</a:t>
            </a:r>
            <a:r>
              <a:rPr lang="en-US" sz="2400" dirty="0" smtClean="0"/>
              <a:t>',								'last</a:t>
            </a:r>
            <a:r>
              <a:rPr lang="en-US" sz="2400" dirty="0"/>
              <a:t>': '</a:t>
            </a:r>
            <a:r>
              <a:rPr lang="en-US" sz="2400" dirty="0" err="1"/>
              <a:t>einstein</a:t>
            </a:r>
            <a:r>
              <a:rPr lang="en-US" sz="2400" dirty="0" smtClean="0"/>
              <a:t>',								'location</a:t>
            </a:r>
            <a:r>
              <a:rPr lang="en-US" sz="2400" dirty="0"/>
              <a:t>': '</a:t>
            </a:r>
            <a:r>
              <a:rPr lang="en-US" sz="2400" dirty="0" err="1"/>
              <a:t>princeton</a:t>
            </a:r>
            <a:r>
              <a:rPr lang="en-US" sz="2400" dirty="0" smtClean="0"/>
              <a:t>',	</a:t>
            </a:r>
            <a:r>
              <a:rPr lang="en-US" sz="2400" dirty="0"/>
              <a:t>	</a:t>
            </a:r>
            <a:r>
              <a:rPr lang="en-US" sz="2400" dirty="0" smtClean="0"/>
              <a:t>					}, 								'</a:t>
            </a:r>
            <a:r>
              <a:rPr lang="en-US" sz="2400" dirty="0" err="1" smtClean="0"/>
              <a:t>mcurie</a:t>
            </a:r>
            <a:r>
              <a:rPr lang="en-US" sz="2400" dirty="0"/>
              <a:t>': </a:t>
            </a:r>
            <a:r>
              <a:rPr lang="en-US" sz="2400" dirty="0" smtClean="0"/>
              <a:t>{									'first</a:t>
            </a:r>
            <a:r>
              <a:rPr lang="en-US" sz="2400" dirty="0"/>
              <a:t>': '</a:t>
            </a:r>
            <a:r>
              <a:rPr lang="en-US" sz="2400" dirty="0" err="1"/>
              <a:t>marie</a:t>
            </a:r>
            <a:r>
              <a:rPr lang="en-US" sz="2400" dirty="0" smtClean="0"/>
              <a:t>',								'last</a:t>
            </a:r>
            <a:r>
              <a:rPr lang="en-US" sz="2400" dirty="0"/>
              <a:t>': 'curie</a:t>
            </a:r>
            <a:r>
              <a:rPr lang="en-US" sz="2400" dirty="0" smtClean="0"/>
              <a:t>',								'location</a:t>
            </a:r>
            <a:r>
              <a:rPr lang="en-US" sz="2400" dirty="0"/>
              <a:t>': '</a:t>
            </a:r>
            <a:r>
              <a:rPr lang="en-US" sz="2400" dirty="0" err="1"/>
              <a:t>paris</a:t>
            </a:r>
            <a:r>
              <a:rPr lang="en-US" sz="2400" dirty="0" smtClean="0"/>
              <a:t>',							},							 }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308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A Dictionary in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/>
              <a:t>for username, </a:t>
            </a:r>
            <a:r>
              <a:rPr lang="en-US" dirty="0" err="1"/>
              <a:t>user_info</a:t>
            </a:r>
            <a:r>
              <a:rPr lang="en-US" dirty="0"/>
              <a:t> in </a:t>
            </a:r>
            <a:r>
              <a:rPr lang="en-US" dirty="0" err="1"/>
              <a:t>users.items</a:t>
            </a:r>
            <a:r>
              <a:rPr lang="en-US" dirty="0" smtClean="0"/>
              <a:t>():				print</a:t>
            </a:r>
            <a:r>
              <a:rPr lang="en-US" dirty="0"/>
              <a:t>("\</a:t>
            </a:r>
            <a:r>
              <a:rPr lang="en-US" dirty="0" err="1"/>
              <a:t>nUsername</a:t>
            </a:r>
            <a:r>
              <a:rPr lang="en-US" dirty="0"/>
              <a:t>: " + </a:t>
            </a:r>
            <a:r>
              <a:rPr lang="en-US" dirty="0" smtClean="0"/>
              <a:t>username)			</a:t>
            </a:r>
            <a:r>
              <a:rPr lang="en-US" dirty="0" err="1" smtClean="0"/>
              <a:t>full_name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user_info</a:t>
            </a:r>
            <a:r>
              <a:rPr lang="en-US" dirty="0"/>
              <a:t>['first'] + " " + </a:t>
            </a:r>
            <a:r>
              <a:rPr lang="en-US" dirty="0" err="1"/>
              <a:t>user_info</a:t>
            </a:r>
            <a:r>
              <a:rPr lang="en-US" dirty="0"/>
              <a:t>['last</a:t>
            </a:r>
            <a:r>
              <a:rPr lang="en-US" dirty="0" smtClean="0"/>
              <a:t>']	location </a:t>
            </a:r>
            <a:r>
              <a:rPr lang="en-US" dirty="0"/>
              <a:t>= </a:t>
            </a:r>
            <a:r>
              <a:rPr lang="en-US" dirty="0" err="1"/>
              <a:t>user_info</a:t>
            </a:r>
            <a:r>
              <a:rPr lang="en-US" dirty="0"/>
              <a:t>['location</a:t>
            </a:r>
            <a:r>
              <a:rPr lang="en-US" dirty="0" smtClean="0"/>
              <a:t>']</a:t>
            </a:r>
          </a:p>
          <a:p>
            <a:pPr lvl="1">
              <a:buNone/>
            </a:pPr>
            <a:r>
              <a:rPr lang="en-US" dirty="0" smtClean="0"/>
              <a:t>      print</a:t>
            </a:r>
            <a:r>
              <a:rPr lang="en-US" dirty="0"/>
              <a:t>("\</a:t>
            </a:r>
            <a:r>
              <a:rPr lang="en-US" dirty="0" err="1"/>
              <a:t>tFull</a:t>
            </a:r>
            <a:r>
              <a:rPr lang="en-US" dirty="0"/>
              <a:t> name: " + </a:t>
            </a:r>
            <a:r>
              <a:rPr lang="en-US" dirty="0" err="1"/>
              <a:t>full_name.title</a:t>
            </a:r>
            <a:r>
              <a:rPr lang="en-US" dirty="0" smtClean="0"/>
              <a:t>())	 </a:t>
            </a:r>
            <a:r>
              <a:rPr lang="en-US" dirty="0" smtClean="0"/>
              <a:t>  </a:t>
            </a:r>
          </a:p>
          <a:p>
            <a:pPr lvl="1">
              <a:buNone/>
            </a:pPr>
            <a:r>
              <a:rPr lang="en-US" dirty="0" smtClean="0"/>
              <a:t> </a:t>
            </a:r>
            <a:r>
              <a:rPr lang="en-US" dirty="0" smtClean="0"/>
              <a:t>     </a:t>
            </a:r>
            <a:r>
              <a:rPr lang="en-US" dirty="0" smtClean="0"/>
              <a:t>print</a:t>
            </a:r>
            <a:r>
              <a:rPr lang="en-US" dirty="0"/>
              <a:t>("\</a:t>
            </a:r>
            <a:r>
              <a:rPr lang="en-US" dirty="0" err="1"/>
              <a:t>tLocation</a:t>
            </a:r>
            <a:r>
              <a:rPr lang="en-US" dirty="0"/>
              <a:t>: " + </a:t>
            </a:r>
            <a:r>
              <a:rPr lang="en-US" dirty="0" err="1"/>
              <a:t>location.title</a:t>
            </a:r>
            <a:r>
              <a:rPr lang="en-US" dirty="0" smtClean="0"/>
              <a:t>())</a:t>
            </a:r>
          </a:p>
          <a:p>
            <a:r>
              <a:rPr lang="en-US" dirty="0"/>
              <a:t>Username: </a:t>
            </a:r>
            <a:r>
              <a:rPr lang="en-US" dirty="0" err="1" smtClean="0"/>
              <a:t>aeinstein</a:t>
            </a:r>
            <a:r>
              <a:rPr lang="en-US" dirty="0" smtClean="0"/>
              <a:t>						Full </a:t>
            </a:r>
            <a:r>
              <a:rPr lang="en-US" dirty="0"/>
              <a:t>name: Albert </a:t>
            </a:r>
            <a:r>
              <a:rPr lang="en-US" dirty="0" smtClean="0"/>
              <a:t>Einstein				Location</a:t>
            </a:r>
            <a:r>
              <a:rPr lang="en-US" dirty="0"/>
              <a:t>: </a:t>
            </a:r>
            <a:r>
              <a:rPr lang="en-US" dirty="0" smtClean="0"/>
              <a:t>Princeton				 Username</a:t>
            </a:r>
            <a:r>
              <a:rPr lang="en-US" dirty="0"/>
              <a:t>: </a:t>
            </a:r>
            <a:r>
              <a:rPr lang="en-US" dirty="0" err="1" smtClean="0"/>
              <a:t>mcurie</a:t>
            </a:r>
            <a:r>
              <a:rPr lang="en-US" dirty="0" smtClean="0"/>
              <a:t>						Full </a:t>
            </a:r>
            <a:r>
              <a:rPr lang="en-US" dirty="0"/>
              <a:t>name: Marie </a:t>
            </a:r>
            <a:r>
              <a:rPr lang="en-US" dirty="0" smtClean="0"/>
              <a:t>Curie				Location</a:t>
            </a:r>
            <a:r>
              <a:rPr lang="en-US" dirty="0"/>
              <a:t>: Paris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67278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Dictionary Built-in Methods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hlinkClick r:id="rId2"/>
              </a:rPr>
              <a:t>len</a:t>
            </a:r>
            <a:r>
              <a:rPr lang="en-US" dirty="0">
                <a:hlinkClick r:id="rId2"/>
              </a:rPr>
              <a:t>(</a:t>
            </a:r>
            <a:r>
              <a:rPr lang="en-US" dirty="0" err="1">
                <a:hlinkClick r:id="rId2"/>
              </a:rPr>
              <a:t>dict</a:t>
            </a:r>
            <a:r>
              <a:rPr lang="en-US" dirty="0" smtClean="0">
                <a:hlinkClick r:id="rId2"/>
              </a:rPr>
              <a:t>)</a:t>
            </a:r>
            <a:endParaRPr lang="en-US" dirty="0" smtClean="0"/>
          </a:p>
          <a:p>
            <a:r>
              <a:rPr lang="en-US" sz="2400" dirty="0"/>
              <a:t>Gives the total length of the dictionary. This would be equal to the number of items in the dictionary</a:t>
            </a:r>
            <a:r>
              <a:rPr lang="en-US" sz="2400" dirty="0" smtClean="0"/>
              <a:t>.</a:t>
            </a:r>
          </a:p>
          <a:p>
            <a:r>
              <a:rPr lang="en-US" sz="2400" dirty="0" err="1"/>
              <a:t>dict</a:t>
            </a:r>
            <a:r>
              <a:rPr lang="en-US" sz="2400" dirty="0"/>
              <a:t> = {'Name': 'Zara', 'Age': 7</a:t>
            </a:r>
            <a:r>
              <a:rPr lang="en-US" sz="2400" dirty="0" smtClean="0"/>
              <a:t>};				 print("Length : " + </a:t>
            </a:r>
            <a:r>
              <a:rPr lang="en-US" sz="2400" dirty="0" err="1"/>
              <a:t>len</a:t>
            </a:r>
            <a:r>
              <a:rPr lang="en-US" sz="2400" dirty="0"/>
              <a:t> (</a:t>
            </a:r>
            <a:r>
              <a:rPr lang="en-US" sz="2400" dirty="0" err="1"/>
              <a:t>dict</a:t>
            </a:r>
            <a:r>
              <a:rPr lang="en-US" sz="2400" dirty="0" smtClean="0"/>
              <a:t>))</a:t>
            </a:r>
          </a:p>
          <a:p>
            <a:r>
              <a:rPr lang="en-US" sz="2400" dirty="0"/>
              <a:t>Length : </a:t>
            </a:r>
            <a:r>
              <a:rPr lang="en-US" sz="2400" dirty="0" smtClean="0"/>
              <a:t>2</a:t>
            </a:r>
          </a:p>
          <a:p>
            <a:r>
              <a:rPr lang="en-US" dirty="0" err="1">
                <a:hlinkClick r:id="rId3"/>
              </a:rPr>
              <a:t>str</a:t>
            </a:r>
            <a:r>
              <a:rPr lang="en-US" dirty="0">
                <a:hlinkClick r:id="rId3"/>
              </a:rPr>
              <a:t>(</a:t>
            </a:r>
            <a:r>
              <a:rPr lang="en-US" dirty="0" err="1">
                <a:hlinkClick r:id="rId3"/>
              </a:rPr>
              <a:t>dict</a:t>
            </a:r>
            <a:r>
              <a:rPr lang="en-US" dirty="0" smtClean="0">
                <a:hlinkClick r:id="rId3"/>
              </a:rPr>
              <a:t>)</a:t>
            </a:r>
            <a:endParaRPr lang="en-US" dirty="0" smtClean="0"/>
          </a:p>
          <a:p>
            <a:r>
              <a:rPr lang="en-US" sz="2400" dirty="0"/>
              <a:t>Produces a printable string representation of a </a:t>
            </a:r>
            <a:r>
              <a:rPr lang="en-US" sz="2400" dirty="0" smtClean="0"/>
              <a:t>dictionary</a:t>
            </a:r>
          </a:p>
          <a:p>
            <a:r>
              <a:rPr lang="en-US" sz="2400" dirty="0" err="1"/>
              <a:t>dict</a:t>
            </a:r>
            <a:r>
              <a:rPr lang="en-US" sz="2400" dirty="0"/>
              <a:t> = {'Name': 'Zara', 'Age': 7</a:t>
            </a:r>
            <a:r>
              <a:rPr lang="en-US" sz="2400" dirty="0" smtClean="0"/>
              <a:t>};			 print</a:t>
            </a:r>
            <a:r>
              <a:rPr lang="en-US" sz="2400" dirty="0"/>
              <a:t>("Equivalent String : " + </a:t>
            </a:r>
            <a:r>
              <a:rPr lang="en-US" sz="2400" dirty="0" err="1"/>
              <a:t>str</a:t>
            </a:r>
            <a:r>
              <a:rPr lang="en-US" sz="2400" dirty="0"/>
              <a:t> (</a:t>
            </a:r>
            <a:r>
              <a:rPr lang="en-US" sz="2400" dirty="0" err="1"/>
              <a:t>dict</a:t>
            </a:r>
            <a:r>
              <a:rPr lang="en-US" sz="2400" dirty="0" smtClean="0"/>
              <a:t>))</a:t>
            </a:r>
          </a:p>
          <a:p>
            <a:r>
              <a:rPr lang="en-US" sz="2400" dirty="0"/>
              <a:t>Equivalent String : {'Name': 'Zara', 'Age': 7}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77746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Built-in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 err="1">
                <a:hlinkClick r:id="rId2"/>
              </a:rPr>
              <a:t>dict.clear</a:t>
            </a:r>
            <a:r>
              <a:rPr lang="en-US" sz="3200" dirty="0" smtClean="0">
                <a:hlinkClick r:id="rId2"/>
              </a:rPr>
              <a:t>()</a:t>
            </a:r>
            <a:endParaRPr lang="en-US" sz="3200" dirty="0" smtClean="0"/>
          </a:p>
          <a:p>
            <a:r>
              <a:rPr lang="en-US" dirty="0"/>
              <a:t>Removes all elements of dictionary </a:t>
            </a:r>
            <a:r>
              <a:rPr lang="en-US" i="1" dirty="0" err="1" smtClean="0"/>
              <a:t>dict</a:t>
            </a:r>
            <a:endParaRPr lang="en-US" i="1" dirty="0" smtClean="0"/>
          </a:p>
          <a:p>
            <a:r>
              <a:rPr lang="en-US" dirty="0" err="1"/>
              <a:t>dict</a:t>
            </a:r>
            <a:r>
              <a:rPr lang="en-US" dirty="0"/>
              <a:t> = {'Name': 'Zara', 'Age': 7</a:t>
            </a:r>
            <a:r>
              <a:rPr lang="en-US" dirty="0" smtClean="0"/>
              <a:t>};				 print</a:t>
            </a:r>
            <a:r>
              <a:rPr lang="en-US" dirty="0"/>
              <a:t>("Start Len : </a:t>
            </a:r>
            <a:r>
              <a:rPr lang="en-US" dirty="0" smtClean="0"/>
              <a:t>" + 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dict</a:t>
            </a:r>
            <a:r>
              <a:rPr lang="en-US" dirty="0" smtClean="0"/>
              <a:t>))			 	 </a:t>
            </a:r>
            <a:r>
              <a:rPr lang="en-US" dirty="0" err="1" smtClean="0"/>
              <a:t>dict.clear</a:t>
            </a:r>
            <a:r>
              <a:rPr lang="en-US" dirty="0" smtClean="0"/>
              <a:t>()							 print</a:t>
            </a:r>
            <a:r>
              <a:rPr lang="en-US" dirty="0"/>
              <a:t>("End Len : </a:t>
            </a:r>
            <a:r>
              <a:rPr lang="en-US" dirty="0" smtClean="0"/>
              <a:t>" +  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dict</a:t>
            </a:r>
            <a:r>
              <a:rPr lang="en-US" dirty="0" smtClean="0"/>
              <a:t>))</a:t>
            </a:r>
          </a:p>
          <a:p>
            <a:r>
              <a:rPr lang="en-US" dirty="0"/>
              <a:t>Start Len : </a:t>
            </a:r>
            <a:r>
              <a:rPr lang="en-US" dirty="0" smtClean="0"/>
              <a:t>2							 End </a:t>
            </a:r>
            <a:r>
              <a:rPr lang="en-US" dirty="0"/>
              <a:t>Len : </a:t>
            </a:r>
            <a:r>
              <a:rPr lang="en-US" dirty="0" smtClean="0"/>
              <a:t>0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915368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Dictionary Built-in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err="1">
                <a:hlinkClick r:id="rId2"/>
              </a:rPr>
              <a:t>dict.copy</a:t>
            </a:r>
            <a:r>
              <a:rPr lang="en-US" dirty="0" smtClean="0">
                <a:hlinkClick r:id="rId2"/>
              </a:rPr>
              <a:t>()</a:t>
            </a:r>
            <a:endParaRPr lang="en-US" dirty="0" smtClean="0"/>
          </a:p>
          <a:p>
            <a:r>
              <a:rPr lang="en-US" sz="2400" dirty="0"/>
              <a:t>Returns a shallow copy of dictionary </a:t>
            </a:r>
            <a:r>
              <a:rPr lang="en-US" sz="2400" i="1" dirty="0" err="1" smtClean="0"/>
              <a:t>dict</a:t>
            </a:r>
            <a:endParaRPr lang="en-US" sz="2400" i="1" dirty="0" smtClean="0"/>
          </a:p>
          <a:p>
            <a:r>
              <a:rPr lang="en-US" sz="2400" dirty="0"/>
              <a:t>dict1 = {'Name': 'Zara', 'Age': 7</a:t>
            </a:r>
            <a:r>
              <a:rPr lang="en-US" sz="2400" dirty="0" smtClean="0"/>
              <a:t>};				 	 dict2 </a:t>
            </a:r>
            <a:r>
              <a:rPr lang="en-US" sz="2400" dirty="0"/>
              <a:t>= dict1.copy</a:t>
            </a:r>
            <a:r>
              <a:rPr lang="en-US" sz="2400" dirty="0" smtClean="0"/>
              <a:t>()					 print</a:t>
            </a:r>
            <a:r>
              <a:rPr lang="en-US" sz="2400" dirty="0"/>
              <a:t>("New </a:t>
            </a:r>
            <a:r>
              <a:rPr lang="en-US" sz="2400" dirty="0" err="1"/>
              <a:t>Dictinary</a:t>
            </a:r>
            <a:r>
              <a:rPr lang="en-US" sz="2400" dirty="0"/>
              <a:t> : " +  </a:t>
            </a:r>
            <a:r>
              <a:rPr lang="en-US" sz="2400" dirty="0" err="1"/>
              <a:t>str</a:t>
            </a:r>
            <a:r>
              <a:rPr lang="en-US" sz="2400" dirty="0"/>
              <a:t>(dict2</a:t>
            </a:r>
            <a:r>
              <a:rPr lang="en-US" sz="2400" dirty="0" smtClean="0"/>
              <a:t>))</a:t>
            </a:r>
          </a:p>
          <a:p>
            <a:r>
              <a:rPr lang="en-US" sz="2400" dirty="0"/>
              <a:t>New </a:t>
            </a:r>
            <a:r>
              <a:rPr lang="en-US" sz="2400" dirty="0" err="1"/>
              <a:t>Dictinary</a:t>
            </a:r>
            <a:r>
              <a:rPr lang="en-US" sz="2400" dirty="0"/>
              <a:t> : {'Name': 'Zara', 'Age': 7}</a:t>
            </a:r>
          </a:p>
          <a:p>
            <a:r>
              <a:rPr lang="en-US" dirty="0" err="1">
                <a:hlinkClick r:id="rId3"/>
              </a:rPr>
              <a:t>dict.get</a:t>
            </a:r>
            <a:r>
              <a:rPr lang="en-US" dirty="0">
                <a:hlinkClick r:id="rId3"/>
              </a:rPr>
              <a:t>(key, default=None</a:t>
            </a:r>
            <a:r>
              <a:rPr lang="en-US" dirty="0" smtClean="0">
                <a:hlinkClick r:id="rId3"/>
              </a:rPr>
              <a:t>)</a:t>
            </a:r>
            <a:endParaRPr lang="en-US" dirty="0" smtClean="0"/>
          </a:p>
          <a:p>
            <a:r>
              <a:rPr lang="en-US" sz="2400" dirty="0"/>
              <a:t>For </a:t>
            </a:r>
            <a:r>
              <a:rPr lang="en-US" sz="2400" i="1" dirty="0"/>
              <a:t>key</a:t>
            </a:r>
            <a:r>
              <a:rPr lang="en-US" sz="2400" dirty="0"/>
              <a:t> </a:t>
            </a:r>
            <a:r>
              <a:rPr lang="en-US" sz="2400" dirty="0" err="1"/>
              <a:t>key</a:t>
            </a:r>
            <a:r>
              <a:rPr lang="en-US" sz="2400" dirty="0"/>
              <a:t>, returns value or default if key not in </a:t>
            </a:r>
            <a:r>
              <a:rPr lang="en-US" sz="2400" dirty="0" smtClean="0"/>
              <a:t>dictionary</a:t>
            </a:r>
          </a:p>
          <a:p>
            <a:r>
              <a:rPr lang="en-US" sz="2400" dirty="0" err="1"/>
              <a:t>dict</a:t>
            </a:r>
            <a:r>
              <a:rPr lang="en-US" sz="2400" dirty="0"/>
              <a:t> = {'Name': 'Zara', 'Age': </a:t>
            </a:r>
            <a:r>
              <a:rPr lang="en-US" sz="2400" dirty="0" smtClean="0"/>
              <a:t>7}				 print</a:t>
            </a:r>
            <a:r>
              <a:rPr lang="en-US" sz="2400" dirty="0"/>
              <a:t>("Value : %s" %  </a:t>
            </a:r>
            <a:r>
              <a:rPr lang="en-US" sz="2400" dirty="0" err="1"/>
              <a:t>dict.get</a:t>
            </a:r>
            <a:r>
              <a:rPr lang="en-US" sz="2400" dirty="0"/>
              <a:t>('Age</a:t>
            </a:r>
            <a:r>
              <a:rPr lang="en-US" sz="2400" dirty="0" smtClean="0"/>
              <a:t>'))				 print</a:t>
            </a:r>
            <a:r>
              <a:rPr lang="en-US" sz="2400" dirty="0"/>
              <a:t>("Value : %s" %  </a:t>
            </a:r>
            <a:r>
              <a:rPr lang="en-US" sz="2400" dirty="0" err="1"/>
              <a:t>dict.get</a:t>
            </a:r>
            <a:r>
              <a:rPr lang="en-US" sz="2400" dirty="0"/>
              <a:t>('Education</a:t>
            </a:r>
            <a:r>
              <a:rPr lang="en-US" sz="2400" dirty="0" smtClean="0"/>
              <a:t>'))			 print</a:t>
            </a:r>
            <a:r>
              <a:rPr lang="en-US" sz="2400" dirty="0"/>
              <a:t>("Value : %s" %  </a:t>
            </a:r>
            <a:r>
              <a:rPr lang="en-US" sz="2400" dirty="0" err="1"/>
              <a:t>dict.get</a:t>
            </a:r>
            <a:r>
              <a:rPr lang="en-US" sz="2400" dirty="0"/>
              <a:t>('</a:t>
            </a:r>
            <a:r>
              <a:rPr lang="en-US" sz="2400" dirty="0" err="1"/>
              <a:t>Ali','Never</a:t>
            </a:r>
            <a:r>
              <a:rPr lang="en-US" sz="2400" dirty="0" smtClean="0"/>
              <a:t>'))</a:t>
            </a:r>
          </a:p>
          <a:p>
            <a:r>
              <a:rPr lang="en-US" sz="2400" dirty="0"/>
              <a:t>Value : </a:t>
            </a:r>
            <a:r>
              <a:rPr lang="en-US" sz="2400" dirty="0" smtClean="0"/>
              <a:t>7     Value </a:t>
            </a:r>
            <a:r>
              <a:rPr lang="en-US" sz="2400" dirty="0"/>
              <a:t>: </a:t>
            </a:r>
            <a:r>
              <a:rPr lang="en-US" sz="2400" dirty="0" smtClean="0"/>
              <a:t>None    Value </a:t>
            </a:r>
            <a:r>
              <a:rPr lang="en-US" sz="2400" dirty="0"/>
              <a:t>: Never</a:t>
            </a:r>
            <a:endParaRPr lang="en-US" sz="240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0828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Functions in Python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143000"/>
            <a:ext cx="8574088" cy="5715000"/>
          </a:xfrm>
        </p:spPr>
        <p:txBody>
          <a:bodyPr/>
          <a:lstStyle/>
          <a:p>
            <a:r>
              <a:rPr lang="en-US" i="1" dirty="0" smtClean="0"/>
              <a:t>Functions </a:t>
            </a:r>
            <a:r>
              <a:rPr lang="en-US" dirty="0" smtClean="0"/>
              <a:t>are named blocks of code</a:t>
            </a:r>
            <a:r>
              <a:rPr lang="en-US" i="1" dirty="0" smtClean="0"/>
              <a:t> </a:t>
            </a:r>
            <a:r>
              <a:rPr lang="en-US" dirty="0" smtClean="0"/>
              <a:t>that are designed to do one specific job.</a:t>
            </a:r>
          </a:p>
          <a:p>
            <a:pPr>
              <a:buNone/>
            </a:pPr>
            <a:r>
              <a:rPr lang="en-US" b="1" u="sng" dirty="0" smtClean="0"/>
              <a:t>Defining a Function</a:t>
            </a:r>
          </a:p>
          <a:p>
            <a:r>
              <a:rPr lang="en-US" dirty="0" smtClean="0"/>
              <a:t>Here’s a simple function named </a:t>
            </a:r>
            <a:r>
              <a:rPr lang="en-US" dirty="0" err="1" smtClean="0"/>
              <a:t>greet_user</a:t>
            </a:r>
            <a:r>
              <a:rPr lang="en-US" dirty="0" smtClean="0"/>
              <a:t>() that prints a greeting: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greet_user</a:t>
            </a:r>
            <a:r>
              <a:rPr lang="en-US" dirty="0" smtClean="0"/>
              <a:t>():						"""Display a simple greeting."“”	print("Hello!“)</a:t>
            </a:r>
          </a:p>
          <a:p>
            <a:r>
              <a:rPr lang="en-US" dirty="0" err="1" smtClean="0"/>
              <a:t>greet_user</a:t>
            </a:r>
            <a:r>
              <a:rPr lang="en-US" dirty="0" smtClean="0"/>
              <a:t>()</a:t>
            </a:r>
          </a:p>
          <a:p>
            <a:r>
              <a:rPr lang="en-US" dirty="0" smtClean="0"/>
              <a:t>Hello!</a:t>
            </a:r>
          </a:p>
          <a:p>
            <a:r>
              <a:rPr lang="en-US" dirty="0" smtClean="0"/>
              <a:t>The text is a comment called a </a:t>
            </a:r>
            <a:r>
              <a:rPr lang="en-US" i="1" dirty="0" err="1" smtClean="0"/>
              <a:t>docstring</a:t>
            </a:r>
            <a:r>
              <a:rPr lang="en-US" i="1" dirty="0" smtClean="0"/>
              <a:t>, </a:t>
            </a:r>
            <a:r>
              <a:rPr lang="en-US" dirty="0" smtClean="0"/>
              <a:t>which describes</a:t>
            </a:r>
            <a:r>
              <a:rPr lang="en-US" i="1" dirty="0" smtClean="0"/>
              <a:t> </a:t>
            </a:r>
            <a:r>
              <a:rPr lang="en-US" dirty="0" smtClean="0"/>
              <a:t>what the function does.</a:t>
            </a:r>
          </a:p>
          <a:p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Passing Information to 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143000"/>
            <a:ext cx="8574088" cy="5562600"/>
          </a:xfrm>
        </p:spPr>
        <p:txBody>
          <a:bodyPr/>
          <a:lstStyle/>
          <a:p>
            <a:r>
              <a:rPr lang="en-US" dirty="0" err="1" smtClean="0"/>
              <a:t>Docstrings</a:t>
            </a:r>
            <a:r>
              <a:rPr lang="en-US" dirty="0" smtClean="0"/>
              <a:t> are enclosed in triple quotes, which Python looks for when it generates documentation for the functions in your programs.</a:t>
            </a:r>
          </a:p>
          <a:p>
            <a:endParaRPr lang="en-US" dirty="0" smtClean="0"/>
          </a:p>
          <a:p>
            <a:r>
              <a:rPr lang="en-US" dirty="0" smtClean="0"/>
              <a:t>def </a:t>
            </a:r>
            <a:r>
              <a:rPr lang="en-US" dirty="0" err="1" smtClean="0"/>
              <a:t>greet_user</a:t>
            </a:r>
            <a:r>
              <a:rPr lang="en-US" dirty="0" smtClean="0"/>
              <a:t>(username): 				"""Display a simple greeting."“”			print("Hello, " + </a:t>
            </a:r>
            <a:r>
              <a:rPr lang="en-US" dirty="0" err="1" smtClean="0"/>
              <a:t>username.title</a:t>
            </a:r>
            <a:r>
              <a:rPr lang="en-US" dirty="0" smtClean="0"/>
              <a:t>() + "!")</a:t>
            </a:r>
          </a:p>
          <a:p>
            <a:endParaRPr lang="en-US" dirty="0" smtClean="0"/>
          </a:p>
          <a:p>
            <a:r>
              <a:rPr lang="en-US" dirty="0" err="1" smtClean="0"/>
              <a:t>greet_user</a:t>
            </a:r>
            <a:r>
              <a:rPr lang="en-US" dirty="0" smtClean="0"/>
              <a:t>('</a:t>
            </a:r>
            <a:r>
              <a:rPr lang="en-US" dirty="0" err="1" smtClean="0"/>
              <a:t>jesse</a:t>
            </a:r>
            <a:r>
              <a:rPr lang="en-US" dirty="0" smtClean="0"/>
              <a:t>')</a:t>
            </a:r>
          </a:p>
          <a:p>
            <a:endParaRPr lang="en-US" dirty="0" smtClean="0"/>
          </a:p>
          <a:p>
            <a:r>
              <a:rPr lang="en-US" dirty="0" smtClean="0"/>
              <a:t>Hello, Jesse!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Positional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143000"/>
            <a:ext cx="8574088" cy="5562600"/>
          </a:xfrm>
        </p:spPr>
        <p:txBody>
          <a:bodyPr/>
          <a:lstStyle/>
          <a:p>
            <a:r>
              <a:rPr lang="en-US" sz="2400" dirty="0" smtClean="0"/>
              <a:t>When you call a function, Python must match each argument in the function call with a parameter in the function definition.</a:t>
            </a:r>
          </a:p>
          <a:p>
            <a:r>
              <a:rPr lang="en-US" sz="2400" dirty="0" smtClean="0"/>
              <a:t>The simplest way to do this is based on the order of the arguments provided.</a:t>
            </a:r>
          </a:p>
          <a:p>
            <a:r>
              <a:rPr lang="en-US" sz="2400" dirty="0" smtClean="0"/>
              <a:t>Values matched up this way are called </a:t>
            </a:r>
            <a:r>
              <a:rPr lang="en-US" sz="2400" i="1" dirty="0" smtClean="0"/>
              <a:t>positional arguments.</a:t>
            </a:r>
          </a:p>
          <a:p>
            <a:r>
              <a:rPr lang="en-US" sz="2400" dirty="0" smtClean="0"/>
              <a:t>def </a:t>
            </a:r>
            <a:r>
              <a:rPr lang="en-US" sz="2400" dirty="0" err="1" smtClean="0"/>
              <a:t>describe_pet</a:t>
            </a:r>
            <a:r>
              <a:rPr lang="en-US" sz="2400" dirty="0" smtClean="0"/>
              <a:t>(</a:t>
            </a:r>
            <a:r>
              <a:rPr lang="en-US" sz="2400" dirty="0" err="1" smtClean="0"/>
              <a:t>animal_type</a:t>
            </a:r>
            <a:r>
              <a:rPr lang="en-US" sz="2400" dirty="0" smtClean="0"/>
              <a:t>, </a:t>
            </a:r>
            <a:r>
              <a:rPr lang="en-US" sz="2400" dirty="0" err="1" smtClean="0"/>
              <a:t>pet_name</a:t>
            </a:r>
            <a:r>
              <a:rPr lang="en-US" sz="2400" dirty="0" smtClean="0"/>
              <a:t>):			"""Display information about a pet."“”		print("\</a:t>
            </a:r>
            <a:r>
              <a:rPr lang="en-US" sz="2400" dirty="0" err="1" smtClean="0"/>
              <a:t>nI</a:t>
            </a:r>
            <a:r>
              <a:rPr lang="en-US" sz="2400" dirty="0" smtClean="0"/>
              <a:t> have a " + </a:t>
            </a:r>
            <a:r>
              <a:rPr lang="en-US" sz="2400" dirty="0" err="1" smtClean="0"/>
              <a:t>animal_type</a:t>
            </a:r>
            <a:r>
              <a:rPr lang="en-US" sz="2400" dirty="0" smtClean="0"/>
              <a:t> + ".“)			</a:t>
            </a:r>
            <a:r>
              <a:rPr lang="en-US" sz="2000" dirty="0" smtClean="0"/>
              <a:t>print("My " + </a:t>
            </a:r>
            <a:r>
              <a:rPr lang="en-US" sz="2000" dirty="0" err="1" smtClean="0"/>
              <a:t>animal_type</a:t>
            </a:r>
            <a:r>
              <a:rPr lang="en-US" sz="2000" dirty="0" smtClean="0"/>
              <a:t> + "'s name is " + </a:t>
            </a:r>
            <a:r>
              <a:rPr lang="en-US" sz="2000" dirty="0" err="1" smtClean="0"/>
              <a:t>pet_name.title</a:t>
            </a:r>
            <a:r>
              <a:rPr lang="en-US" sz="2000" dirty="0" smtClean="0"/>
              <a:t>() + ".")</a:t>
            </a:r>
          </a:p>
          <a:p>
            <a:r>
              <a:rPr lang="en-US" sz="2400" dirty="0" err="1" smtClean="0"/>
              <a:t>describe_pet</a:t>
            </a:r>
            <a:r>
              <a:rPr lang="en-US" sz="2400" dirty="0" smtClean="0"/>
              <a:t>('hamster', 'harry')</a:t>
            </a:r>
          </a:p>
          <a:p>
            <a:r>
              <a:rPr lang="en-US" sz="2400" dirty="0" smtClean="0"/>
              <a:t>The output describes a hamster named Harry:</a:t>
            </a:r>
          </a:p>
          <a:p>
            <a:r>
              <a:rPr lang="en-US" sz="2400" dirty="0" smtClean="0"/>
              <a:t>I have a hamster.							 My hamster's name is Harry.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Multiple Function Calls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574088" cy="5486400"/>
          </a:xfrm>
        </p:spPr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describe_pet</a:t>
            </a:r>
            <a:r>
              <a:rPr lang="en-US" dirty="0" smtClean="0"/>
              <a:t>(</a:t>
            </a:r>
            <a:r>
              <a:rPr lang="en-US" dirty="0" err="1" smtClean="0"/>
              <a:t>animal_type</a:t>
            </a:r>
            <a:r>
              <a:rPr lang="en-US" dirty="0" smtClean="0"/>
              <a:t>, </a:t>
            </a:r>
            <a:r>
              <a:rPr lang="en-US" dirty="0" err="1" smtClean="0"/>
              <a:t>pet_name</a:t>
            </a:r>
            <a:r>
              <a:rPr lang="en-US" dirty="0" smtClean="0"/>
              <a:t>):		"""Display information about a pet."“”		print("\</a:t>
            </a:r>
            <a:r>
              <a:rPr lang="en-US" dirty="0" err="1" smtClean="0"/>
              <a:t>nI</a:t>
            </a:r>
            <a:r>
              <a:rPr lang="en-US" dirty="0" smtClean="0"/>
              <a:t> have a " + </a:t>
            </a:r>
            <a:r>
              <a:rPr lang="en-US" dirty="0" err="1" smtClean="0"/>
              <a:t>animal_type</a:t>
            </a:r>
            <a:r>
              <a:rPr lang="en-US" dirty="0" smtClean="0"/>
              <a:t> + ".“)		</a:t>
            </a:r>
            <a:r>
              <a:rPr lang="en-US" sz="2200" dirty="0" smtClean="0"/>
              <a:t>print("My " + </a:t>
            </a:r>
            <a:r>
              <a:rPr lang="en-US" sz="2200" dirty="0" err="1" smtClean="0"/>
              <a:t>animal_type</a:t>
            </a:r>
            <a:r>
              <a:rPr lang="en-US" sz="2200" dirty="0" smtClean="0"/>
              <a:t> + "'s name is " + </a:t>
            </a:r>
            <a:r>
              <a:rPr lang="en-US" sz="2200" dirty="0" err="1" smtClean="0"/>
              <a:t>pet_name.title</a:t>
            </a:r>
            <a:r>
              <a:rPr lang="en-US" sz="2200" dirty="0" smtClean="0"/>
              <a:t>() + ".")</a:t>
            </a:r>
          </a:p>
          <a:p>
            <a:r>
              <a:rPr lang="en-US" sz="2400" dirty="0" err="1" smtClean="0"/>
              <a:t>describe_pet</a:t>
            </a:r>
            <a:r>
              <a:rPr lang="en-US" sz="2400" dirty="0" smtClean="0"/>
              <a:t>('hamster', 'harry‘)				 </a:t>
            </a:r>
            <a:r>
              <a:rPr lang="en-US" sz="2400" dirty="0" err="1" smtClean="0"/>
              <a:t>describe_pet</a:t>
            </a:r>
            <a:r>
              <a:rPr lang="en-US" sz="2400" dirty="0" smtClean="0"/>
              <a:t>('dog', '</a:t>
            </a:r>
            <a:r>
              <a:rPr lang="en-US" sz="2400" dirty="0" err="1" smtClean="0"/>
              <a:t>willie</a:t>
            </a:r>
            <a:r>
              <a:rPr lang="en-US" sz="2400" dirty="0" smtClean="0"/>
              <a:t>')</a:t>
            </a:r>
          </a:p>
          <a:p>
            <a:r>
              <a:rPr lang="en-US" sz="2400" dirty="0" smtClean="0"/>
              <a:t>I have a hamster.							 My hamster's name is Harry.					   I have a dog.							 My dog's name is Willie.</a:t>
            </a:r>
          </a:p>
          <a:p>
            <a:r>
              <a:rPr lang="en-US" sz="2400" dirty="0" smtClean="0"/>
              <a:t>Calling a function multiple times is a very efficient way to work.</a:t>
            </a:r>
          </a:p>
          <a:p>
            <a:r>
              <a:rPr lang="en-US" sz="2400" dirty="0" smtClean="0"/>
              <a:t>You can use as many positional arguments as you need in your functions.</a:t>
            </a:r>
            <a:endParaRPr lang="en-US" sz="2200" dirty="0" smtClean="0"/>
          </a:p>
          <a:p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Order Matters in Positional Arguments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219200"/>
            <a:ext cx="8574088" cy="5638800"/>
          </a:xfrm>
        </p:spPr>
        <p:txBody>
          <a:bodyPr/>
          <a:lstStyle/>
          <a:p>
            <a:r>
              <a:rPr lang="en-US" dirty="0" smtClean="0"/>
              <a:t>You can get unexpected results if you mix up the order of the arguments in a function call when using positional arguments: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describe_pet</a:t>
            </a:r>
            <a:r>
              <a:rPr lang="en-US" dirty="0" smtClean="0"/>
              <a:t>(</a:t>
            </a:r>
            <a:r>
              <a:rPr lang="en-US" dirty="0" err="1" smtClean="0"/>
              <a:t>animal_type</a:t>
            </a:r>
            <a:r>
              <a:rPr lang="en-US" dirty="0" smtClean="0"/>
              <a:t>, </a:t>
            </a:r>
            <a:r>
              <a:rPr lang="en-US" dirty="0" err="1" smtClean="0"/>
              <a:t>pet_name</a:t>
            </a:r>
            <a:r>
              <a:rPr lang="en-US" dirty="0" smtClean="0"/>
              <a:t>):		"""Display information about a pet."“”	print("\</a:t>
            </a:r>
            <a:r>
              <a:rPr lang="en-US" dirty="0" err="1" smtClean="0"/>
              <a:t>nI</a:t>
            </a:r>
            <a:r>
              <a:rPr lang="en-US" dirty="0" smtClean="0"/>
              <a:t> have a " + </a:t>
            </a:r>
            <a:r>
              <a:rPr lang="en-US" dirty="0" err="1" smtClean="0"/>
              <a:t>animal_type</a:t>
            </a:r>
            <a:r>
              <a:rPr lang="en-US" dirty="0" smtClean="0"/>
              <a:t> + ".“)		</a:t>
            </a:r>
            <a:r>
              <a:rPr lang="en-US" sz="2100" dirty="0" smtClean="0"/>
              <a:t>print("My " + </a:t>
            </a:r>
            <a:r>
              <a:rPr lang="en-US" sz="2100" dirty="0" err="1" smtClean="0"/>
              <a:t>animal_type</a:t>
            </a:r>
            <a:r>
              <a:rPr lang="en-US" sz="2100" dirty="0" smtClean="0"/>
              <a:t> + "'s name is " + </a:t>
            </a:r>
            <a:r>
              <a:rPr lang="en-US" sz="2100" dirty="0" err="1" smtClean="0"/>
              <a:t>pet_name.title</a:t>
            </a:r>
            <a:r>
              <a:rPr lang="en-US" sz="2100" dirty="0" smtClean="0"/>
              <a:t>() + ".")</a:t>
            </a:r>
          </a:p>
          <a:p>
            <a:r>
              <a:rPr lang="en-US" sz="2400" dirty="0" err="1" smtClean="0"/>
              <a:t>describe_pet</a:t>
            </a:r>
            <a:r>
              <a:rPr lang="en-US" sz="2400" dirty="0" smtClean="0"/>
              <a:t>('</a:t>
            </a:r>
            <a:r>
              <a:rPr lang="en-US" sz="2400" dirty="0" err="1" smtClean="0"/>
              <a:t>willie‘,’dog</a:t>
            </a:r>
            <a:r>
              <a:rPr lang="en-US" sz="2400" dirty="0" smtClean="0"/>
              <a:t>’)</a:t>
            </a:r>
          </a:p>
          <a:p>
            <a:r>
              <a:rPr lang="en-US" sz="2400" dirty="0" smtClean="0"/>
              <a:t>I have a </a:t>
            </a:r>
            <a:r>
              <a:rPr lang="en-US" sz="2400" dirty="0" err="1" smtClean="0"/>
              <a:t>willie</a:t>
            </a:r>
            <a:r>
              <a:rPr lang="en-US" sz="2400" dirty="0" smtClean="0"/>
              <a:t>.							 My dog's name is Dog.</a:t>
            </a:r>
          </a:p>
          <a:p>
            <a:r>
              <a:rPr lang="en-US" sz="2400" dirty="0" smtClean="0"/>
              <a:t>If you get funny results like this, check to make sure the order of the arguments in your function call matches the order of the parameters in the function’s definition.</a:t>
            </a:r>
          </a:p>
          <a:p>
            <a:endParaRPr lang="en-US" sz="2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Returning a Simple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The value the function returns is called a </a:t>
            </a:r>
            <a:r>
              <a:rPr lang="en-US" i="1" dirty="0" smtClean="0"/>
              <a:t>return value.</a:t>
            </a:r>
          </a:p>
          <a:p>
            <a:endParaRPr lang="en-US" i="1" dirty="0" smtClean="0"/>
          </a:p>
          <a:p>
            <a:r>
              <a:rPr lang="en-US" dirty="0" smtClean="0"/>
              <a:t>def </a:t>
            </a:r>
            <a:r>
              <a:rPr lang="en-US" dirty="0" err="1" smtClean="0"/>
              <a:t>get_formatted_name</a:t>
            </a:r>
            <a:r>
              <a:rPr lang="en-US" dirty="0" smtClean="0"/>
              <a:t>(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r>
              <a:rPr lang="en-US" dirty="0" smtClean="0"/>
              <a:t>):	</a:t>
            </a:r>
            <a:r>
              <a:rPr lang="en-US" i="1" dirty="0" smtClean="0"/>
              <a:t>"""Return a full name, neatly formatted."“”	</a:t>
            </a:r>
            <a:r>
              <a:rPr lang="en-US" dirty="0" err="1" smtClean="0"/>
              <a:t>full_name</a:t>
            </a:r>
            <a:r>
              <a:rPr lang="en-US" dirty="0" smtClean="0"/>
              <a:t> = </a:t>
            </a:r>
            <a:r>
              <a:rPr lang="en-US" dirty="0" err="1" smtClean="0"/>
              <a:t>first_name</a:t>
            </a:r>
            <a:r>
              <a:rPr lang="en-US" dirty="0" smtClean="0"/>
              <a:t> + ' ' + </a:t>
            </a:r>
            <a:r>
              <a:rPr lang="en-US" dirty="0" err="1" smtClean="0"/>
              <a:t>last_name</a:t>
            </a:r>
            <a:r>
              <a:rPr lang="en-US" dirty="0" smtClean="0"/>
              <a:t>		return </a:t>
            </a:r>
            <a:r>
              <a:rPr lang="en-US" dirty="0" err="1" smtClean="0"/>
              <a:t>full_name.title</a:t>
            </a:r>
            <a:r>
              <a:rPr lang="en-US" dirty="0" smtClean="0"/>
              <a:t>()</a:t>
            </a:r>
          </a:p>
          <a:p>
            <a:endParaRPr lang="en-US" dirty="0" smtClean="0"/>
          </a:p>
          <a:p>
            <a:r>
              <a:rPr lang="en-US" dirty="0" smtClean="0"/>
              <a:t>musician = </a:t>
            </a:r>
            <a:r>
              <a:rPr lang="en-US" dirty="0" err="1" smtClean="0"/>
              <a:t>get_formatted_name</a:t>
            </a:r>
            <a:r>
              <a:rPr lang="en-US" dirty="0" smtClean="0"/>
              <a:t>('</a:t>
            </a:r>
            <a:r>
              <a:rPr lang="en-US" dirty="0" err="1" smtClean="0"/>
              <a:t>jimi</a:t>
            </a:r>
            <a:r>
              <a:rPr lang="en-US" dirty="0" smtClean="0"/>
              <a:t>', '</a:t>
            </a:r>
            <a:r>
              <a:rPr lang="en-US" dirty="0" err="1" smtClean="0"/>
              <a:t>hendrix</a:t>
            </a:r>
            <a:r>
              <a:rPr lang="en-US" dirty="0" smtClean="0"/>
              <a:t>') print(musician)</a:t>
            </a:r>
          </a:p>
          <a:p>
            <a:endParaRPr lang="en-US" dirty="0" smtClean="0"/>
          </a:p>
          <a:p>
            <a:r>
              <a:rPr lang="en-US" dirty="0" err="1" smtClean="0"/>
              <a:t>Jimi</a:t>
            </a:r>
            <a:r>
              <a:rPr lang="en-US" dirty="0" smtClean="0"/>
              <a:t> Hendrix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Making an Argument Optional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74088" cy="5562600"/>
          </a:xfrm>
        </p:spPr>
        <p:txBody>
          <a:bodyPr/>
          <a:lstStyle/>
          <a:p>
            <a:r>
              <a:rPr lang="en-US" dirty="0" smtClean="0"/>
              <a:t>Sometimes it makes sense to make an argument optional so that people using the function can choose to provide extra information only if they want to.</a:t>
            </a:r>
          </a:p>
          <a:p>
            <a:r>
              <a:rPr lang="en-US" dirty="0" smtClean="0"/>
              <a:t>You can use default values to make an argument optional.</a:t>
            </a:r>
          </a:p>
          <a:p>
            <a:r>
              <a:rPr lang="en-US" sz="2400" dirty="0" smtClean="0"/>
              <a:t>def </a:t>
            </a:r>
            <a:r>
              <a:rPr lang="en-US" sz="2400" dirty="0" err="1" smtClean="0"/>
              <a:t>get_formatted_name</a:t>
            </a:r>
            <a:r>
              <a:rPr lang="en-US" sz="2400" dirty="0" smtClean="0"/>
              <a:t>(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, </a:t>
            </a:r>
            <a:r>
              <a:rPr lang="en-US" sz="2400" dirty="0" err="1" smtClean="0"/>
              <a:t>middle_name</a:t>
            </a:r>
            <a:r>
              <a:rPr lang="en-US" sz="2400" dirty="0" smtClean="0"/>
              <a:t>,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):	"""Return a full name, neatly formatted."“”		</a:t>
            </a:r>
            <a:r>
              <a:rPr lang="en-US" sz="2400" dirty="0" err="1" smtClean="0"/>
              <a:t>full_name</a:t>
            </a:r>
            <a:r>
              <a:rPr lang="en-US" sz="2400" dirty="0" smtClean="0"/>
              <a:t> = 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 + ' ' + </a:t>
            </a:r>
            <a:r>
              <a:rPr lang="en-US" sz="2400" dirty="0" err="1" smtClean="0"/>
              <a:t>middle_name</a:t>
            </a:r>
            <a:r>
              <a:rPr lang="en-US" sz="2400" dirty="0" smtClean="0"/>
              <a:t> + ' ' +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	return </a:t>
            </a:r>
            <a:r>
              <a:rPr lang="en-US" sz="2400" dirty="0" err="1" smtClean="0"/>
              <a:t>full_name.title</a:t>
            </a:r>
            <a:r>
              <a:rPr lang="en-US" sz="2400" dirty="0" smtClean="0"/>
              <a:t>()</a:t>
            </a:r>
          </a:p>
          <a:p>
            <a:r>
              <a:rPr lang="en-US" dirty="0" smtClean="0"/>
              <a:t>musician = </a:t>
            </a:r>
            <a:r>
              <a:rPr lang="en-US" dirty="0" err="1" smtClean="0"/>
              <a:t>get_formatted_name</a:t>
            </a:r>
            <a:r>
              <a:rPr lang="en-US" dirty="0" smtClean="0"/>
              <a:t>('john', 'lee', 'hooker‘)	 print(musician)</a:t>
            </a:r>
          </a:p>
          <a:p>
            <a:r>
              <a:rPr lang="en-US" dirty="0" smtClean="0"/>
              <a:t>John Lee Hooker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Making an Argument Optional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def </a:t>
            </a:r>
            <a:r>
              <a:rPr lang="en-US" sz="2200" dirty="0" err="1" smtClean="0"/>
              <a:t>get_formatted_name</a:t>
            </a:r>
            <a:r>
              <a:rPr lang="en-US" sz="2200" dirty="0" smtClean="0"/>
              <a:t>(</a:t>
            </a:r>
            <a:r>
              <a:rPr lang="en-US" sz="2200" dirty="0" err="1" smtClean="0"/>
              <a:t>first_name</a:t>
            </a:r>
            <a:r>
              <a:rPr lang="en-US" sz="2200" dirty="0" smtClean="0"/>
              <a:t>, </a:t>
            </a:r>
            <a:r>
              <a:rPr lang="en-US" sz="2200" dirty="0" err="1" smtClean="0"/>
              <a:t>last_name</a:t>
            </a:r>
            <a:r>
              <a:rPr lang="en-US" sz="2200" dirty="0" smtClean="0"/>
              <a:t>, </a:t>
            </a:r>
            <a:r>
              <a:rPr lang="en-US" sz="2200" dirty="0" err="1" smtClean="0"/>
              <a:t>middle_name</a:t>
            </a:r>
            <a:r>
              <a:rPr lang="en-US" sz="2200" smtClean="0"/>
              <a:t>='‘”):</a:t>
            </a:r>
            <a:r>
              <a:rPr lang="en-US" sz="2200" dirty="0" smtClean="0"/>
              <a:t>	</a:t>
            </a:r>
            <a:r>
              <a:rPr lang="en-US" sz="2400" dirty="0" smtClean="0"/>
              <a:t>"""Return a full name, neatly formatted."“”			if </a:t>
            </a:r>
            <a:r>
              <a:rPr lang="en-US" sz="2400" dirty="0" err="1" smtClean="0"/>
              <a:t>middle_name</a:t>
            </a:r>
            <a:r>
              <a:rPr lang="en-US" sz="2400" dirty="0" smtClean="0"/>
              <a:t>:								</a:t>
            </a:r>
            <a:r>
              <a:rPr lang="en-US" sz="2100" dirty="0" err="1" smtClean="0"/>
              <a:t>full_name</a:t>
            </a:r>
            <a:r>
              <a:rPr lang="en-US" sz="2100" dirty="0" smtClean="0"/>
              <a:t> = </a:t>
            </a:r>
            <a:r>
              <a:rPr lang="en-US" sz="2100" dirty="0" err="1" smtClean="0"/>
              <a:t>first_name</a:t>
            </a:r>
            <a:r>
              <a:rPr lang="en-US" sz="2100" dirty="0" smtClean="0"/>
              <a:t> + ' ' + </a:t>
            </a:r>
            <a:r>
              <a:rPr lang="en-US" sz="2100" dirty="0" err="1" smtClean="0"/>
              <a:t>middle_name</a:t>
            </a:r>
            <a:r>
              <a:rPr lang="en-US" sz="2100" dirty="0" smtClean="0"/>
              <a:t> + ' ' + </a:t>
            </a:r>
            <a:r>
              <a:rPr lang="en-US" sz="2100" dirty="0" err="1" smtClean="0"/>
              <a:t>last_name</a:t>
            </a:r>
            <a:r>
              <a:rPr lang="en-US" sz="2100" dirty="0" smtClean="0"/>
              <a:t>	</a:t>
            </a:r>
            <a:r>
              <a:rPr lang="en-US" sz="2400" dirty="0" smtClean="0"/>
              <a:t>else:										</a:t>
            </a:r>
            <a:r>
              <a:rPr lang="en-US" sz="2400" dirty="0" err="1" smtClean="0"/>
              <a:t>full_name</a:t>
            </a:r>
            <a:r>
              <a:rPr lang="en-US" sz="2400" dirty="0" smtClean="0"/>
              <a:t> = 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 + ' ' +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		return </a:t>
            </a:r>
            <a:r>
              <a:rPr lang="en-US" sz="2400" dirty="0" err="1" smtClean="0"/>
              <a:t>full_name.title</a:t>
            </a:r>
            <a:r>
              <a:rPr lang="en-US" sz="2400" dirty="0" smtClean="0"/>
              <a:t>()</a:t>
            </a:r>
          </a:p>
          <a:p>
            <a:r>
              <a:rPr lang="en-US" sz="2400" dirty="0" smtClean="0"/>
              <a:t>musician = </a:t>
            </a:r>
            <a:r>
              <a:rPr lang="en-US" sz="2400" dirty="0" err="1" smtClean="0"/>
              <a:t>get_formatted_name</a:t>
            </a:r>
            <a:r>
              <a:rPr lang="en-US" sz="2400" dirty="0" smtClean="0"/>
              <a:t>('</a:t>
            </a:r>
            <a:r>
              <a:rPr lang="en-US" sz="2400" dirty="0" err="1" smtClean="0"/>
              <a:t>jimi</a:t>
            </a:r>
            <a:r>
              <a:rPr lang="en-US" sz="2400" dirty="0" smtClean="0"/>
              <a:t>', '</a:t>
            </a:r>
            <a:r>
              <a:rPr lang="en-US" sz="2400" dirty="0" err="1" smtClean="0"/>
              <a:t>hendrix</a:t>
            </a:r>
            <a:r>
              <a:rPr lang="en-US" sz="2400" dirty="0" smtClean="0"/>
              <a:t>‘)			 print(musician)</a:t>
            </a:r>
          </a:p>
          <a:p>
            <a:r>
              <a:rPr lang="en-US" sz="2400" dirty="0" smtClean="0"/>
              <a:t>musician = </a:t>
            </a:r>
            <a:r>
              <a:rPr lang="en-US" sz="2400" dirty="0" err="1" smtClean="0"/>
              <a:t>get_formatted_name</a:t>
            </a:r>
            <a:r>
              <a:rPr lang="en-US" sz="2400" dirty="0" smtClean="0"/>
              <a:t>('john', 'hooker', 'lee‘)	 print(musician)</a:t>
            </a:r>
          </a:p>
          <a:p>
            <a:r>
              <a:rPr lang="en-US" sz="2400" dirty="0" err="1" smtClean="0"/>
              <a:t>Jimi</a:t>
            </a:r>
            <a:r>
              <a:rPr lang="en-US" sz="2400" dirty="0" smtClean="0"/>
              <a:t> Hendrix							 John Lee Hooker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Returning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74088" cy="5562600"/>
          </a:xfrm>
        </p:spPr>
        <p:txBody>
          <a:bodyPr/>
          <a:lstStyle/>
          <a:p>
            <a:r>
              <a:rPr lang="en-US" dirty="0" smtClean="0"/>
              <a:t>A function can return any kind of value you need it to, including more complicated data structures like lists and dictionaries.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build_person</a:t>
            </a:r>
            <a:r>
              <a:rPr lang="en-US" dirty="0" smtClean="0"/>
              <a:t>(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r>
              <a:rPr lang="en-US" dirty="0" smtClean="0"/>
              <a:t>):		</a:t>
            </a:r>
            <a:r>
              <a:rPr lang="en-US" sz="2400" dirty="0" smtClean="0"/>
              <a:t>"""Return a dictionary of information about a person."“”	</a:t>
            </a:r>
            <a:r>
              <a:rPr lang="en-US" dirty="0" smtClean="0"/>
              <a:t>person = {'first': </a:t>
            </a:r>
            <a:r>
              <a:rPr lang="en-US" dirty="0" err="1" smtClean="0"/>
              <a:t>first_name</a:t>
            </a:r>
            <a:r>
              <a:rPr lang="en-US" dirty="0" smtClean="0"/>
              <a:t>, 'last': </a:t>
            </a:r>
            <a:r>
              <a:rPr lang="en-US" dirty="0" err="1" smtClean="0"/>
              <a:t>last_name</a:t>
            </a:r>
            <a:r>
              <a:rPr lang="en-US" dirty="0" smtClean="0"/>
              <a:t>}	return person</a:t>
            </a:r>
          </a:p>
          <a:p>
            <a:r>
              <a:rPr lang="en-US" dirty="0" smtClean="0"/>
              <a:t>musician = </a:t>
            </a:r>
            <a:r>
              <a:rPr lang="en-US" dirty="0" err="1" smtClean="0"/>
              <a:t>build_person</a:t>
            </a:r>
            <a:r>
              <a:rPr lang="en-US" dirty="0" smtClean="0"/>
              <a:t>('</a:t>
            </a:r>
            <a:r>
              <a:rPr lang="en-US" dirty="0" err="1" smtClean="0"/>
              <a:t>jimi</a:t>
            </a:r>
            <a:r>
              <a:rPr lang="en-US" dirty="0" smtClean="0"/>
              <a:t>', '</a:t>
            </a:r>
            <a:r>
              <a:rPr lang="en-US" dirty="0" err="1" smtClean="0"/>
              <a:t>hendrix</a:t>
            </a:r>
            <a:r>
              <a:rPr lang="en-US" dirty="0" smtClean="0"/>
              <a:t>‘)	 print(musician)</a:t>
            </a:r>
          </a:p>
          <a:p>
            <a:r>
              <a:rPr lang="en-US" dirty="0" smtClean="0"/>
              <a:t>{'first': '</a:t>
            </a:r>
            <a:r>
              <a:rPr lang="en-US" dirty="0" err="1" smtClean="0"/>
              <a:t>jimi</a:t>
            </a:r>
            <a:r>
              <a:rPr lang="en-US" dirty="0" smtClean="0"/>
              <a:t>', 'last': '</a:t>
            </a:r>
            <a:r>
              <a:rPr lang="en-US" dirty="0" err="1" smtClean="0"/>
              <a:t>hendrix</a:t>
            </a:r>
            <a:r>
              <a:rPr lang="en-US" dirty="0" smtClean="0"/>
              <a:t>'}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Returning a 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912" y="1143000"/>
            <a:ext cx="8574088" cy="5715000"/>
          </a:xfrm>
        </p:spPr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build_person</a:t>
            </a:r>
            <a:r>
              <a:rPr lang="en-US" dirty="0" smtClean="0"/>
              <a:t>(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r>
              <a:rPr lang="en-US" dirty="0" smtClean="0"/>
              <a:t>, age=‘ ‘):		</a:t>
            </a:r>
            <a:r>
              <a:rPr lang="en-US" sz="2400" dirty="0" smtClean="0"/>
              <a:t>"""Return a dictionary of information about a person."“”	</a:t>
            </a:r>
            <a:r>
              <a:rPr lang="en-US" dirty="0" smtClean="0"/>
              <a:t>person = {'first': </a:t>
            </a:r>
            <a:r>
              <a:rPr lang="en-US" dirty="0" err="1" smtClean="0"/>
              <a:t>first_name</a:t>
            </a:r>
            <a:r>
              <a:rPr lang="en-US" dirty="0" smtClean="0"/>
              <a:t>, 'last': </a:t>
            </a:r>
            <a:r>
              <a:rPr lang="en-US" dirty="0" err="1" smtClean="0"/>
              <a:t>last_name</a:t>
            </a:r>
            <a:r>
              <a:rPr lang="en-US" dirty="0" smtClean="0"/>
              <a:t>} 	if age:										person['age'] = age					return person</a:t>
            </a:r>
          </a:p>
          <a:p>
            <a:r>
              <a:rPr lang="en-US" dirty="0" smtClean="0"/>
              <a:t>musician = </a:t>
            </a:r>
            <a:r>
              <a:rPr lang="en-US" dirty="0" err="1" smtClean="0"/>
              <a:t>build_person</a:t>
            </a:r>
            <a:r>
              <a:rPr lang="en-US" dirty="0" smtClean="0"/>
              <a:t>('</a:t>
            </a:r>
            <a:r>
              <a:rPr lang="en-US" dirty="0" err="1" smtClean="0"/>
              <a:t>jimi</a:t>
            </a:r>
            <a:r>
              <a:rPr lang="en-US" dirty="0" smtClean="0"/>
              <a:t>', '</a:t>
            </a:r>
            <a:r>
              <a:rPr lang="en-US" dirty="0" err="1" smtClean="0"/>
              <a:t>hendrix</a:t>
            </a:r>
            <a:r>
              <a:rPr lang="en-US" dirty="0" smtClean="0"/>
              <a:t>', age=27)	 print(musician)</a:t>
            </a:r>
          </a:p>
          <a:p>
            <a:r>
              <a:rPr lang="en-US" dirty="0" smtClean="0"/>
              <a:t>{'first': '</a:t>
            </a:r>
            <a:r>
              <a:rPr lang="en-US" dirty="0" err="1" smtClean="0"/>
              <a:t>jimi</a:t>
            </a:r>
            <a:r>
              <a:rPr lang="en-US" dirty="0" smtClean="0"/>
              <a:t>', 'last': '</a:t>
            </a:r>
            <a:r>
              <a:rPr lang="en-US" dirty="0" err="1" smtClean="0"/>
              <a:t>hendrix</a:t>
            </a:r>
            <a:r>
              <a:rPr lang="en-US" dirty="0" smtClean="0"/>
              <a:t>‘, ‘age’: 27}</a:t>
            </a:r>
          </a:p>
          <a:p>
            <a:r>
              <a:rPr lang="en-US" sz="2400" dirty="0" smtClean="0"/>
              <a:t>We add a new optional parameter age to the function definition and assign the parameter an empty default value.</a:t>
            </a:r>
          </a:p>
          <a:p>
            <a:r>
              <a:rPr lang="en-US" sz="2400" dirty="0" smtClean="0"/>
              <a:t>If the function call includes a value for this parameter, the value is stored in the dictionary.</a:t>
            </a:r>
          </a:p>
          <a:p>
            <a:endParaRPr lang="en-US" sz="2400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a Function with a 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74088" cy="5791200"/>
          </a:xfrm>
        </p:spPr>
        <p:txBody>
          <a:bodyPr/>
          <a:lstStyle/>
          <a:p>
            <a:r>
              <a:rPr lang="en-US" sz="2400" dirty="0" smtClean="0"/>
              <a:t>def </a:t>
            </a:r>
            <a:r>
              <a:rPr lang="en-US" sz="2400" dirty="0" err="1" smtClean="0"/>
              <a:t>get_formatted_name</a:t>
            </a:r>
            <a:r>
              <a:rPr lang="en-US" sz="2400" dirty="0" smtClean="0"/>
              <a:t>(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,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):		"""Return a full name, neatly formatted."“”		</a:t>
            </a:r>
            <a:r>
              <a:rPr lang="en-US" sz="2400" dirty="0" err="1" smtClean="0"/>
              <a:t>full_name</a:t>
            </a:r>
            <a:r>
              <a:rPr lang="en-US" sz="2400" dirty="0" smtClean="0"/>
              <a:t> = </a:t>
            </a:r>
            <a:r>
              <a:rPr lang="en-US" sz="2400" dirty="0" err="1" smtClean="0"/>
              <a:t>first_name</a:t>
            </a:r>
            <a:r>
              <a:rPr lang="en-US" sz="2400" dirty="0" smtClean="0"/>
              <a:t> + ' ' + </a:t>
            </a:r>
            <a:r>
              <a:rPr lang="en-US" sz="2400" dirty="0" err="1" smtClean="0"/>
              <a:t>last_name</a:t>
            </a:r>
            <a:r>
              <a:rPr lang="en-US" sz="2400" dirty="0" smtClean="0"/>
              <a:t>			return </a:t>
            </a:r>
            <a:r>
              <a:rPr lang="en-US" sz="2400" dirty="0" err="1" smtClean="0"/>
              <a:t>full_name.title</a:t>
            </a:r>
            <a:r>
              <a:rPr lang="en-US" sz="2400" dirty="0" smtClean="0"/>
              <a:t>()</a:t>
            </a:r>
          </a:p>
          <a:p>
            <a:r>
              <a:rPr lang="en-US" sz="2400" dirty="0" smtClean="0"/>
              <a:t>while True:							print("\</a:t>
            </a:r>
            <a:r>
              <a:rPr lang="en-US" sz="2400" dirty="0" err="1" smtClean="0"/>
              <a:t>nPlease</a:t>
            </a:r>
            <a:r>
              <a:rPr lang="en-US" sz="2400" dirty="0" smtClean="0"/>
              <a:t> tell me your name:“)				print("(enter 'q' at any time to quit)“)				</a:t>
            </a:r>
            <a:r>
              <a:rPr lang="en-US" sz="2400" dirty="0" err="1" smtClean="0"/>
              <a:t>f_name</a:t>
            </a:r>
            <a:r>
              <a:rPr lang="en-US" sz="2400" dirty="0" smtClean="0"/>
              <a:t> = input("First name: “)				if </a:t>
            </a:r>
            <a:r>
              <a:rPr lang="en-US" sz="2400" dirty="0" err="1" smtClean="0"/>
              <a:t>f_name</a:t>
            </a:r>
            <a:r>
              <a:rPr lang="en-US" sz="2400" dirty="0" smtClean="0"/>
              <a:t> == 'q‘:								break							</a:t>
            </a:r>
            <a:r>
              <a:rPr lang="en-US" sz="2400" dirty="0" err="1" smtClean="0"/>
              <a:t>l_name</a:t>
            </a:r>
            <a:r>
              <a:rPr lang="en-US" sz="2400" dirty="0" smtClean="0"/>
              <a:t> = input("Last name: “)				if </a:t>
            </a:r>
            <a:r>
              <a:rPr lang="en-US" sz="2400" dirty="0" err="1" smtClean="0"/>
              <a:t>l_name</a:t>
            </a:r>
            <a:r>
              <a:rPr lang="en-US" sz="2400" dirty="0" smtClean="0"/>
              <a:t> == 'q‘:								break					</a:t>
            </a:r>
            <a:r>
              <a:rPr lang="en-US" sz="2400" dirty="0" err="1" smtClean="0"/>
              <a:t>formatted_name</a:t>
            </a:r>
            <a:r>
              <a:rPr lang="en-US" sz="2400" dirty="0" smtClean="0"/>
              <a:t> = </a:t>
            </a:r>
            <a:r>
              <a:rPr lang="en-US" sz="2400" dirty="0" err="1" smtClean="0"/>
              <a:t>get_formatted_name</a:t>
            </a:r>
            <a:r>
              <a:rPr lang="en-US" sz="2400" dirty="0" smtClean="0"/>
              <a:t>(</a:t>
            </a:r>
            <a:r>
              <a:rPr lang="en-US" sz="2400" dirty="0" err="1" smtClean="0"/>
              <a:t>f_name</a:t>
            </a:r>
            <a:r>
              <a:rPr lang="en-US" sz="2400" dirty="0" smtClean="0"/>
              <a:t>, </a:t>
            </a:r>
            <a:r>
              <a:rPr lang="en-US" sz="2400" dirty="0" err="1" smtClean="0"/>
              <a:t>l_name</a:t>
            </a:r>
            <a:r>
              <a:rPr lang="en-US" sz="2400" dirty="0" smtClean="0"/>
              <a:t>)	print("\</a:t>
            </a:r>
            <a:r>
              <a:rPr lang="en-US" sz="2400" dirty="0" err="1" smtClean="0"/>
              <a:t>nHello</a:t>
            </a:r>
            <a:r>
              <a:rPr lang="en-US" sz="2400" dirty="0" smtClean="0"/>
              <a:t>, " + </a:t>
            </a:r>
            <a:r>
              <a:rPr lang="en-US" sz="2400" dirty="0" err="1" smtClean="0"/>
              <a:t>formatted_name</a:t>
            </a:r>
            <a:r>
              <a:rPr lang="en-US" sz="2400" dirty="0" smtClean="0"/>
              <a:t> + "!")</a:t>
            </a:r>
            <a:endParaRPr lang="en-US" sz="6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Using a Function with a 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tell me your name:					 (enter 'q' at any time to quit)				 	 First name: </a:t>
            </a:r>
            <a:r>
              <a:rPr lang="en-US" b="1" dirty="0" err="1" smtClean="0"/>
              <a:t>eric</a:t>
            </a:r>
            <a:r>
              <a:rPr lang="en-US" b="1" dirty="0" smtClean="0"/>
              <a:t>							 </a:t>
            </a:r>
            <a:r>
              <a:rPr lang="en-US" dirty="0" smtClean="0"/>
              <a:t>Last name: </a:t>
            </a:r>
            <a:r>
              <a:rPr lang="en-US" b="1" dirty="0" err="1" smtClean="0"/>
              <a:t>matthes</a:t>
            </a:r>
            <a:r>
              <a:rPr lang="en-US" b="1" dirty="0" smtClean="0"/>
              <a:t>						 									 </a:t>
            </a:r>
            <a:r>
              <a:rPr lang="en-US" dirty="0" smtClean="0"/>
              <a:t>Hello, Eric </a:t>
            </a:r>
            <a:r>
              <a:rPr lang="en-US" dirty="0" err="1" smtClean="0"/>
              <a:t>Matthes</a:t>
            </a:r>
            <a:r>
              <a:rPr lang="en-US" dirty="0" smtClean="0"/>
              <a:t>!						 Please tell me your name:					 (enter 'q' at any time to quit)					 First name: </a:t>
            </a:r>
            <a:r>
              <a:rPr lang="en-US" b="1" dirty="0" smtClean="0"/>
              <a:t>q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Passing a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74088" cy="5715000"/>
          </a:xfrm>
        </p:spPr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greet_users</a:t>
            </a:r>
            <a:r>
              <a:rPr lang="en-US" dirty="0" smtClean="0"/>
              <a:t>(names):				"""Print a simple greeting to each user in the list."“”	for name in names:								</a:t>
            </a:r>
            <a:r>
              <a:rPr lang="en-US" dirty="0" err="1" smtClean="0"/>
              <a:t>msg</a:t>
            </a:r>
            <a:r>
              <a:rPr lang="en-US" dirty="0" smtClean="0"/>
              <a:t> = "Hello, " + </a:t>
            </a:r>
            <a:r>
              <a:rPr lang="en-US" dirty="0" err="1" smtClean="0"/>
              <a:t>name.title</a:t>
            </a:r>
            <a:r>
              <a:rPr lang="en-US" dirty="0" smtClean="0"/>
              <a:t>() + "!”				print(</a:t>
            </a:r>
            <a:r>
              <a:rPr lang="en-US" dirty="0" err="1" smtClean="0"/>
              <a:t>msg</a:t>
            </a:r>
            <a:r>
              <a:rPr lang="en-US" dirty="0" smtClean="0"/>
              <a:t>)</a:t>
            </a:r>
          </a:p>
          <a:p>
            <a:r>
              <a:rPr lang="en-US" dirty="0" smtClean="0"/>
              <a:t>usernames = ['</a:t>
            </a:r>
            <a:r>
              <a:rPr lang="en-US" dirty="0" err="1" smtClean="0"/>
              <a:t>hannah</a:t>
            </a:r>
            <a:r>
              <a:rPr lang="en-US" dirty="0" smtClean="0"/>
              <a:t>', '</a:t>
            </a:r>
            <a:r>
              <a:rPr lang="en-US" dirty="0" err="1" smtClean="0"/>
              <a:t>ty</a:t>
            </a:r>
            <a:r>
              <a:rPr lang="en-US" dirty="0" smtClean="0"/>
              <a:t>', '</a:t>
            </a:r>
            <a:r>
              <a:rPr lang="en-US" dirty="0" err="1" smtClean="0"/>
              <a:t>margot</a:t>
            </a:r>
            <a:r>
              <a:rPr lang="en-US" dirty="0" smtClean="0"/>
              <a:t>‘]	 </a:t>
            </a:r>
            <a:r>
              <a:rPr lang="en-US" dirty="0" err="1" smtClean="0"/>
              <a:t>greet_users</a:t>
            </a:r>
            <a:r>
              <a:rPr lang="en-US" dirty="0" smtClean="0"/>
              <a:t>(usernames)</a:t>
            </a:r>
          </a:p>
          <a:p>
            <a:r>
              <a:rPr lang="en-US" dirty="0" smtClean="0"/>
              <a:t>Hello, Hannah!							 Hello, Ty!								 Hello, Margot!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>Passing an Arbitrary Number of Arguments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74088" cy="5715000"/>
          </a:xfrm>
        </p:spPr>
        <p:txBody>
          <a:bodyPr/>
          <a:lstStyle/>
          <a:p>
            <a:r>
              <a:rPr lang="en-US" dirty="0" smtClean="0"/>
              <a:t>Sometimes you won’t know ahead of time how many arguments a function needs to accept.</a:t>
            </a:r>
          </a:p>
          <a:p>
            <a:r>
              <a:rPr lang="en-US" dirty="0" smtClean="0"/>
              <a:t>Fortunately, Python allows a function to collect an arbitrary number of arguments from the calling statement.</a:t>
            </a:r>
          </a:p>
          <a:p>
            <a:r>
              <a:rPr lang="en-US" dirty="0" smtClean="0"/>
              <a:t>def </a:t>
            </a:r>
            <a:r>
              <a:rPr lang="en-US" dirty="0" err="1" smtClean="0"/>
              <a:t>make_pizza</a:t>
            </a:r>
            <a:r>
              <a:rPr lang="en-US" dirty="0" smtClean="0"/>
              <a:t>(*toppings):					</a:t>
            </a:r>
            <a:r>
              <a:rPr lang="en-US" sz="2400" dirty="0" smtClean="0"/>
              <a:t>"""Print the list of toppings that have been requested."“”	</a:t>
            </a:r>
            <a:r>
              <a:rPr lang="en-US" dirty="0" smtClean="0"/>
              <a:t>print(toppings)</a:t>
            </a:r>
          </a:p>
          <a:p>
            <a:r>
              <a:rPr lang="en-US" dirty="0" err="1" smtClean="0"/>
              <a:t>make_pizza</a:t>
            </a:r>
            <a:r>
              <a:rPr lang="en-US" dirty="0" smtClean="0"/>
              <a:t>('pepperoni‘)				 </a:t>
            </a:r>
            <a:r>
              <a:rPr lang="en-US" sz="2400" dirty="0" err="1" smtClean="0"/>
              <a:t>make_pizza</a:t>
            </a:r>
            <a:r>
              <a:rPr lang="en-US" sz="2400" dirty="0" smtClean="0"/>
              <a:t>('mushrooms', 'green peppers', 'extra cheese')</a:t>
            </a:r>
          </a:p>
          <a:p>
            <a:r>
              <a:rPr lang="en-US" dirty="0" smtClean="0"/>
              <a:t>('pepperoni')						 ('mushrooms', 'green peppers', 'extra cheese')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Mixing Positional and Arbitrary Arguments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86400"/>
          </a:xfrm>
        </p:spPr>
        <p:txBody>
          <a:bodyPr/>
          <a:lstStyle/>
          <a:p>
            <a:r>
              <a:rPr lang="en-US" dirty="0" smtClean="0"/>
              <a:t>def </a:t>
            </a:r>
            <a:r>
              <a:rPr lang="en-US" dirty="0" err="1" smtClean="0"/>
              <a:t>make_pizza</a:t>
            </a:r>
            <a:r>
              <a:rPr lang="en-US" dirty="0" smtClean="0"/>
              <a:t>(size, *toppings):		"""Summarize the pizza we are about to make."“”	</a:t>
            </a:r>
            <a:r>
              <a:rPr lang="en-US" sz="2400" dirty="0" smtClean="0"/>
              <a:t>print("\</a:t>
            </a:r>
            <a:r>
              <a:rPr lang="en-US" sz="2400" dirty="0" err="1" smtClean="0"/>
              <a:t>nMaking</a:t>
            </a:r>
            <a:r>
              <a:rPr lang="en-US" sz="2400" dirty="0" smtClean="0"/>
              <a:t> a " + </a:t>
            </a:r>
            <a:r>
              <a:rPr lang="en-US" sz="2400" dirty="0" err="1" smtClean="0"/>
              <a:t>str</a:t>
            </a:r>
            <a:r>
              <a:rPr lang="en-US" sz="2400" dirty="0" smtClean="0"/>
              <a:t>(size) + "-inch pizza with the 	following toppings:“)						</a:t>
            </a:r>
            <a:r>
              <a:rPr lang="en-US" dirty="0" smtClean="0"/>
              <a:t>for topping in toppings:							print("- " + topping)</a:t>
            </a:r>
          </a:p>
          <a:p>
            <a:r>
              <a:rPr lang="en-US" dirty="0" err="1" smtClean="0"/>
              <a:t>make_pizza</a:t>
            </a:r>
            <a:r>
              <a:rPr lang="en-US" dirty="0" smtClean="0"/>
              <a:t>(16, 'pepperoni')			 	 </a:t>
            </a:r>
            <a:r>
              <a:rPr lang="en-US" sz="2400" dirty="0" err="1" smtClean="0"/>
              <a:t>make_pizza</a:t>
            </a:r>
            <a:r>
              <a:rPr lang="en-US" sz="2400" dirty="0" smtClean="0"/>
              <a:t>(12, 'mushrooms', 'green peppers', 'extra cheese')</a:t>
            </a:r>
          </a:p>
          <a:p>
            <a:r>
              <a:rPr lang="en-US" sz="2000" dirty="0"/>
              <a:t>Making a 16-inch pizza with the following toppings</a:t>
            </a:r>
            <a:r>
              <a:rPr lang="en-US" sz="2000" dirty="0" smtClean="0"/>
              <a:t>:</a:t>
            </a:r>
            <a:r>
              <a:rPr lang="en-US" sz="2000" dirty="0"/>
              <a:t>	</a:t>
            </a:r>
            <a:r>
              <a:rPr lang="en-US" sz="2000" dirty="0" smtClean="0"/>
              <a:t> 	 	  - pepperoni								 Making a 12-inch pizza with the following toppings:			                - mushrooms								  - green peppers							  - extra cheese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Using Arbitrary Keyword Arguments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you’ll want to accept an arbitrary number of arguments, but </a:t>
            </a:r>
            <a:r>
              <a:rPr lang="en-US" dirty="0" smtClean="0"/>
              <a:t>you won’t </a:t>
            </a:r>
            <a:r>
              <a:rPr lang="en-US" dirty="0"/>
              <a:t>know ahead of time what kind of information will be passed to </a:t>
            </a:r>
            <a:r>
              <a:rPr lang="en-US" dirty="0" smtClean="0"/>
              <a:t>the function.</a:t>
            </a:r>
          </a:p>
          <a:p>
            <a:r>
              <a:rPr lang="en-US" dirty="0"/>
              <a:t>In this case, you can write functions that accept as many </a:t>
            </a:r>
            <a:r>
              <a:rPr lang="en-US" dirty="0" smtClean="0"/>
              <a:t>key-value pairs </a:t>
            </a:r>
            <a:r>
              <a:rPr lang="en-US" dirty="0"/>
              <a:t>as the calling statement provides</a:t>
            </a:r>
            <a:r>
              <a:rPr lang="en-US" dirty="0" smtClean="0"/>
              <a:t>.</a:t>
            </a:r>
          </a:p>
          <a:p>
            <a:r>
              <a:rPr lang="en-US" dirty="0"/>
              <a:t>One example involves building </a:t>
            </a:r>
            <a:r>
              <a:rPr lang="en-US" dirty="0" smtClean="0"/>
              <a:t>user profiles</a:t>
            </a:r>
            <a:r>
              <a:rPr lang="en-US" dirty="0"/>
              <a:t>: you know you’ll get information about a user, but you’re not </a:t>
            </a:r>
            <a:r>
              <a:rPr lang="en-US" dirty="0" smtClean="0"/>
              <a:t>sure what </a:t>
            </a:r>
            <a:r>
              <a:rPr lang="en-US" dirty="0"/>
              <a:t>kind of information you’ll receive</a:t>
            </a:r>
            <a:r>
              <a:rPr lang="en-US" dirty="0" smtClean="0"/>
              <a:t>.</a:t>
            </a:r>
          </a:p>
          <a:p>
            <a:r>
              <a:rPr lang="en-US" dirty="0"/>
              <a:t>The function </a:t>
            </a:r>
            <a:r>
              <a:rPr lang="en-US" dirty="0" err="1"/>
              <a:t>build_profile</a:t>
            </a:r>
            <a:r>
              <a:rPr lang="en-US" dirty="0"/>
              <a:t>() in </a:t>
            </a:r>
            <a:r>
              <a:rPr lang="en-US" dirty="0" smtClean="0"/>
              <a:t>the </a:t>
            </a:r>
            <a:r>
              <a:rPr lang="en-US" dirty="0"/>
              <a:t>following example always takes in a first and last name, but it accepts </a:t>
            </a:r>
            <a:r>
              <a:rPr lang="en-US" dirty="0" smtClean="0"/>
              <a:t>an arbitrary </a:t>
            </a:r>
            <a:r>
              <a:rPr lang="en-US" dirty="0"/>
              <a:t>number of keyword arguments as well: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Using Arbitrary Keyword Arguments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150" y="1066800"/>
            <a:ext cx="8574088" cy="5715000"/>
          </a:xfrm>
        </p:spPr>
        <p:txBody>
          <a:bodyPr/>
          <a:lstStyle/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build_profile</a:t>
            </a:r>
            <a:r>
              <a:rPr lang="en-US" dirty="0"/>
              <a:t>(first, last, **</a:t>
            </a:r>
            <a:r>
              <a:rPr lang="en-US" dirty="0" err="1"/>
              <a:t>user_info</a:t>
            </a:r>
            <a:r>
              <a:rPr lang="en-US" dirty="0" smtClean="0"/>
              <a:t>):			</a:t>
            </a:r>
            <a:r>
              <a:rPr lang="en-US" sz="2100" dirty="0" smtClean="0"/>
              <a:t>"""</a:t>
            </a:r>
            <a:r>
              <a:rPr lang="en-US" sz="2100" dirty="0"/>
              <a:t>Build a dictionary containing everything we know about a user</a:t>
            </a:r>
            <a:r>
              <a:rPr lang="en-US" sz="2100" dirty="0" smtClean="0"/>
              <a:t>.""“	</a:t>
            </a:r>
            <a:r>
              <a:rPr lang="en-US" dirty="0" smtClean="0"/>
              <a:t>profile </a:t>
            </a:r>
            <a:r>
              <a:rPr lang="en-US" dirty="0"/>
              <a:t>= </a:t>
            </a:r>
            <a:r>
              <a:rPr lang="en-US" dirty="0" smtClean="0"/>
              <a:t>{}					profile</a:t>
            </a:r>
            <a:r>
              <a:rPr lang="en-US" dirty="0"/>
              <a:t>['</a:t>
            </a:r>
            <a:r>
              <a:rPr lang="en-US" dirty="0" err="1"/>
              <a:t>first_name</a:t>
            </a:r>
            <a:r>
              <a:rPr lang="en-US" dirty="0"/>
              <a:t>'] = </a:t>
            </a:r>
            <a:r>
              <a:rPr lang="en-US" dirty="0" smtClean="0"/>
              <a:t>first		profile</a:t>
            </a:r>
            <a:r>
              <a:rPr lang="en-US" dirty="0"/>
              <a:t>['</a:t>
            </a:r>
            <a:r>
              <a:rPr lang="en-US" dirty="0" err="1"/>
              <a:t>last_name</a:t>
            </a:r>
            <a:r>
              <a:rPr lang="en-US" dirty="0"/>
              <a:t>'] = </a:t>
            </a:r>
            <a:r>
              <a:rPr lang="en-US" dirty="0" smtClean="0"/>
              <a:t>last					for </a:t>
            </a:r>
            <a:r>
              <a:rPr lang="en-US" dirty="0"/>
              <a:t>key, value in </a:t>
            </a:r>
            <a:r>
              <a:rPr lang="en-US" dirty="0" err="1"/>
              <a:t>user_info.items</a:t>
            </a:r>
            <a:r>
              <a:rPr lang="en-US" dirty="0" smtClean="0"/>
              <a:t>():					profile[key</a:t>
            </a:r>
            <a:r>
              <a:rPr lang="en-US" dirty="0"/>
              <a:t>] = </a:t>
            </a:r>
            <a:r>
              <a:rPr lang="en-US" dirty="0" smtClean="0"/>
              <a:t>value				return </a:t>
            </a:r>
            <a:r>
              <a:rPr lang="en-US" dirty="0"/>
              <a:t>profile</a:t>
            </a:r>
          </a:p>
          <a:p>
            <a:r>
              <a:rPr lang="en-US" dirty="0" err="1"/>
              <a:t>user_profile</a:t>
            </a:r>
            <a:r>
              <a:rPr lang="en-US" dirty="0"/>
              <a:t> = </a:t>
            </a:r>
            <a:r>
              <a:rPr lang="en-US" dirty="0" err="1"/>
              <a:t>build_profile</a:t>
            </a:r>
            <a:r>
              <a:rPr lang="en-US" dirty="0"/>
              <a:t>('albert', '</a:t>
            </a:r>
            <a:r>
              <a:rPr lang="en-US" dirty="0" err="1"/>
              <a:t>einstein</a:t>
            </a:r>
            <a:r>
              <a:rPr lang="en-US" dirty="0" smtClean="0"/>
              <a:t>', location</a:t>
            </a:r>
            <a:r>
              <a:rPr lang="en-US" dirty="0"/>
              <a:t>='</a:t>
            </a:r>
            <a:r>
              <a:rPr lang="en-US" dirty="0" err="1"/>
              <a:t>princeton</a:t>
            </a:r>
            <a:r>
              <a:rPr lang="en-US" dirty="0" smtClean="0"/>
              <a:t>', field</a:t>
            </a:r>
            <a:r>
              <a:rPr lang="en-US" dirty="0"/>
              <a:t>='physics')</a:t>
            </a:r>
          </a:p>
          <a:p>
            <a:r>
              <a:rPr lang="en-US" dirty="0"/>
              <a:t>print(</a:t>
            </a:r>
            <a:r>
              <a:rPr lang="en-US" dirty="0" err="1"/>
              <a:t>user_profile</a:t>
            </a:r>
            <a:r>
              <a:rPr lang="en-US" dirty="0" smtClean="0"/>
              <a:t>)</a:t>
            </a:r>
          </a:p>
          <a:p>
            <a:r>
              <a:rPr lang="en-US" sz="2400" dirty="0"/>
              <a:t>{'</a:t>
            </a:r>
            <a:r>
              <a:rPr lang="en-US" sz="2400" dirty="0" err="1"/>
              <a:t>first_name</a:t>
            </a:r>
            <a:r>
              <a:rPr lang="en-US" sz="2400" dirty="0"/>
              <a:t>': 'albert', '</a:t>
            </a:r>
            <a:r>
              <a:rPr lang="en-US" sz="2400" dirty="0" err="1"/>
              <a:t>last_name</a:t>
            </a:r>
            <a:r>
              <a:rPr lang="en-US" sz="2400" dirty="0"/>
              <a:t>': '</a:t>
            </a:r>
            <a:r>
              <a:rPr lang="en-US" sz="2400" dirty="0" err="1"/>
              <a:t>einstein</a:t>
            </a:r>
            <a:r>
              <a:rPr lang="en-US" sz="2400" dirty="0" smtClean="0"/>
              <a:t>', 'location</a:t>
            </a:r>
            <a:r>
              <a:rPr lang="en-US" sz="2400" dirty="0"/>
              <a:t>': '</a:t>
            </a:r>
            <a:r>
              <a:rPr lang="en-US" sz="2400" dirty="0" err="1"/>
              <a:t>princeton</a:t>
            </a:r>
            <a:r>
              <a:rPr lang="en-US" sz="2400" dirty="0"/>
              <a:t>', 'field': 'physics'}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/>
              <a:t>Using Arbitrary Keyword Arguments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574088" cy="5410200"/>
          </a:xfrm>
        </p:spPr>
        <p:txBody>
          <a:bodyPr/>
          <a:lstStyle/>
          <a:p>
            <a:r>
              <a:rPr lang="en-US" dirty="0"/>
              <a:t>The definition of </a:t>
            </a:r>
            <a:r>
              <a:rPr lang="en-US" dirty="0" err="1"/>
              <a:t>build_profile</a:t>
            </a:r>
            <a:r>
              <a:rPr lang="en-US" dirty="0"/>
              <a:t>() expects a first and last name, </a:t>
            </a:r>
            <a:r>
              <a:rPr lang="en-US" dirty="0" smtClean="0"/>
              <a:t>and then </a:t>
            </a:r>
            <a:r>
              <a:rPr lang="en-US" dirty="0"/>
              <a:t>it allows the user to pass in as many name-value pairs as they want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double </a:t>
            </a:r>
            <a:r>
              <a:rPr lang="en-US" dirty="0"/>
              <a:t>asterisks before the parameter **</a:t>
            </a:r>
            <a:r>
              <a:rPr lang="en-US" dirty="0" err="1"/>
              <a:t>user_info</a:t>
            </a:r>
            <a:r>
              <a:rPr lang="en-US" dirty="0"/>
              <a:t> cause Python to </a:t>
            </a:r>
            <a:r>
              <a:rPr lang="en-US" dirty="0" smtClean="0"/>
              <a:t>create an </a:t>
            </a:r>
            <a:r>
              <a:rPr lang="en-US" dirty="0"/>
              <a:t>empty dictionary called </a:t>
            </a:r>
            <a:r>
              <a:rPr lang="en-US" dirty="0" err="1"/>
              <a:t>user_info</a:t>
            </a:r>
            <a:r>
              <a:rPr lang="en-US" dirty="0"/>
              <a:t> and pack whatever name-value pairs </a:t>
            </a:r>
            <a:r>
              <a:rPr lang="en-US" dirty="0" smtClean="0"/>
              <a:t>it receives </a:t>
            </a:r>
            <a:r>
              <a:rPr lang="en-US" dirty="0"/>
              <a:t>into this dictionary</a:t>
            </a:r>
            <a:r>
              <a:rPr lang="en-US" dirty="0" smtClean="0"/>
              <a:t>.</a:t>
            </a:r>
          </a:p>
          <a:p>
            <a:r>
              <a:rPr lang="en-US" dirty="0"/>
              <a:t>Within the function, you can access the </a:t>
            </a:r>
            <a:r>
              <a:rPr lang="en-US" dirty="0" smtClean="0"/>
              <a:t>name-value pairs </a:t>
            </a:r>
            <a:r>
              <a:rPr lang="en-US" dirty="0"/>
              <a:t>in </a:t>
            </a:r>
            <a:r>
              <a:rPr lang="en-US" dirty="0" err="1"/>
              <a:t>user_info</a:t>
            </a:r>
            <a:r>
              <a:rPr lang="en-US" dirty="0"/>
              <a:t> just as you would for any dictionary</a:t>
            </a:r>
            <a:r>
              <a:rPr lang="en-US" dirty="0" smtClean="0"/>
              <a:t>.</a:t>
            </a:r>
          </a:p>
          <a:p>
            <a:r>
              <a:rPr lang="en-US" dirty="0"/>
              <a:t>You can mix positional, keyword, and arbitrary values in many </a:t>
            </a:r>
            <a:r>
              <a:rPr lang="en-US" dirty="0" smtClean="0"/>
              <a:t>different ways </a:t>
            </a:r>
            <a:r>
              <a:rPr lang="en-US" dirty="0"/>
              <a:t>when writing your own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3C1B03-0993-4B56-8AC7-1F376C495DCC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ASPOLLED" val="21DA32E7339E4201ADD21E4FFF7577A6"/>
  <p:tag name="TPVERSION" val="5"/>
  <p:tag name="TPFULLVERSION" val="5.2.0.3121"/>
  <p:tag name="PPTVERSION" val="14"/>
  <p:tag name="TPOS" val="2"/>
</p:tagLst>
</file>

<file path=ppt/theme/theme1.xml><?xml version="1.0" encoding="utf-8"?>
<a:theme xmlns:a="http://schemas.openxmlformats.org/drawingml/2006/main" name="prolog">
  <a:themeElements>
    <a:clrScheme name="">
      <a:dk1>
        <a:srgbClr val="000000"/>
      </a:dk1>
      <a:lt1>
        <a:srgbClr val="FFFFFF"/>
      </a:lt1>
      <a:dk2>
        <a:srgbClr val="FF0000"/>
      </a:dk2>
      <a:lt2>
        <a:srgbClr val="804000"/>
      </a:lt2>
      <a:accent1>
        <a:srgbClr val="007F00"/>
      </a:accent1>
      <a:accent2>
        <a:srgbClr val="3300FF"/>
      </a:accent2>
      <a:accent3>
        <a:srgbClr val="FFFFFF"/>
      </a:accent3>
      <a:accent4>
        <a:srgbClr val="000000"/>
      </a:accent4>
      <a:accent5>
        <a:srgbClr val="AAC0AA"/>
      </a:accent5>
      <a:accent6>
        <a:srgbClr val="2D00E7"/>
      </a:accent6>
      <a:hlink>
        <a:srgbClr val="BF00FF"/>
      </a:hlink>
      <a:folHlink>
        <a:srgbClr val="0073D9"/>
      </a:folHlink>
    </a:clrScheme>
    <a:fontScheme name="prolog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prolog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log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log 8">
        <a:dk1>
          <a:srgbClr val="000000"/>
        </a:dk1>
        <a:lt1>
          <a:srgbClr val="FFFFFF"/>
        </a:lt1>
        <a:dk2>
          <a:srgbClr val="FF0000"/>
        </a:dk2>
        <a:lt2>
          <a:srgbClr val="FF9900"/>
        </a:lt2>
        <a:accent1>
          <a:srgbClr val="009900"/>
        </a:accent1>
        <a:accent2>
          <a:srgbClr val="996633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5C2D"/>
        </a:accent6>
        <a:hlink>
          <a:srgbClr val="CC00FF"/>
        </a:hlink>
        <a:folHlink>
          <a:srgbClr val="3333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Hunk:Applications:Microsoft Office 2004:Templates:My Templates:prolog.pot</Template>
  <TotalTime>5362</TotalTime>
  <Words>1720</Words>
  <Application>Microsoft Office PowerPoint</Application>
  <PresentationFormat>On-screen Show (4:3)</PresentationFormat>
  <Paragraphs>313</Paragraphs>
  <Slides>49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prolog</vt:lpstr>
      <vt:lpstr>Internet Of Things – Python Programming</vt:lpstr>
      <vt:lpstr>Working with Dictionaries</vt:lpstr>
      <vt:lpstr>Working with Dictionaries</vt:lpstr>
      <vt:lpstr>Accessing Values in a Dictionary</vt:lpstr>
      <vt:lpstr>Accessing Values in a Dictionary</vt:lpstr>
      <vt:lpstr>Adding New Key-Value Pairs</vt:lpstr>
      <vt:lpstr>Modifying Values in a Dictionary</vt:lpstr>
      <vt:lpstr>Modifying Values in a Dictionary</vt:lpstr>
      <vt:lpstr>Removing Key-Value Pairs</vt:lpstr>
      <vt:lpstr>A Dictionary of Similar Objects</vt:lpstr>
      <vt:lpstr>Looping Through a Dictionary</vt:lpstr>
      <vt:lpstr>Looping Through All Key-Value Pairs</vt:lpstr>
      <vt:lpstr>Looping Through All the Keys in a Dictionary</vt:lpstr>
      <vt:lpstr>Looping Through All the Keys in a Dictionary</vt:lpstr>
      <vt:lpstr>Looping Through All the Keys in a Dictionary</vt:lpstr>
      <vt:lpstr>Looping Through a Dictionary’s Keys in Order</vt:lpstr>
      <vt:lpstr>Looping Through All Values in a Dictionary</vt:lpstr>
      <vt:lpstr>Values without Repitition</vt:lpstr>
      <vt:lpstr>Nesting in Dictionary &amp; List</vt:lpstr>
      <vt:lpstr>Nesting in Dictionary &amp; List</vt:lpstr>
      <vt:lpstr>Nesting in Dictionary &amp; List</vt:lpstr>
      <vt:lpstr>Nesting in Dictionary &amp; List</vt:lpstr>
      <vt:lpstr>Nesting in Dictionary &amp; List</vt:lpstr>
      <vt:lpstr>A List in a Dictionary</vt:lpstr>
      <vt:lpstr>A List in a Dictionary</vt:lpstr>
      <vt:lpstr>A List in a Dictionary</vt:lpstr>
      <vt:lpstr>A Dictionary in a Dictionary</vt:lpstr>
      <vt:lpstr>A Dictionary in a Dictionary</vt:lpstr>
      <vt:lpstr>Dictionary Built-in Methods</vt:lpstr>
      <vt:lpstr>Dictionary Built-in Methods</vt:lpstr>
      <vt:lpstr>Dictionary Built-in Methods</vt:lpstr>
      <vt:lpstr>Functions in Python</vt:lpstr>
      <vt:lpstr>Passing Information to a Function</vt:lpstr>
      <vt:lpstr>Positional Arguments</vt:lpstr>
      <vt:lpstr>Multiple Function Calls</vt:lpstr>
      <vt:lpstr>Order Matters in Positional Arguments</vt:lpstr>
      <vt:lpstr>Returning a Simple Value</vt:lpstr>
      <vt:lpstr>Making an Argument Optional</vt:lpstr>
      <vt:lpstr>Making an Argument Optional</vt:lpstr>
      <vt:lpstr>Returning a Dictionary</vt:lpstr>
      <vt:lpstr>Returning a Dictionary</vt:lpstr>
      <vt:lpstr>Using a Function with a while Loop</vt:lpstr>
      <vt:lpstr>Using a Function with a while Loop</vt:lpstr>
      <vt:lpstr>Passing a List</vt:lpstr>
      <vt:lpstr>Passing an Arbitrary Number of Arguments</vt:lpstr>
      <vt:lpstr>Mixing Positional and Arbitrary Arguments</vt:lpstr>
      <vt:lpstr>Using Arbitrary Keyword Arguments</vt:lpstr>
      <vt:lpstr>Using Arbitrary Keyword Arguments</vt:lpstr>
      <vt:lpstr>Using Arbitrary Keyword Arguments</vt:lpstr>
    </vt:vector>
  </TitlesOfParts>
  <Company>House of Chaos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</dc:title>
  <dc:creator>Dave Matuszek</dc:creator>
  <cp:lastModifiedBy>a.mian</cp:lastModifiedBy>
  <cp:revision>720</cp:revision>
  <dcterms:created xsi:type="dcterms:W3CDTF">2005-10-18T13:18:42Z</dcterms:created>
  <dcterms:modified xsi:type="dcterms:W3CDTF">2022-08-02T16:20:49Z</dcterms:modified>
</cp:coreProperties>
</file>
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59"/>
  </p:notesMasterIdLst>
  <p:handoutMasterIdLst>
    <p:handoutMasterId r:id="rId60"/>
  </p:handoutMasterIdLst>
  <p:sldIdLst>
    <p:sldId id="483" r:id="rId2"/>
    <p:sldId id="421" r:id="rId3"/>
    <p:sldId id="422" r:id="rId4"/>
    <p:sldId id="423" r:id="rId5"/>
    <p:sldId id="424" r:id="rId6"/>
    <p:sldId id="425" r:id="rId7"/>
    <p:sldId id="441" r:id="rId8"/>
    <p:sldId id="440" r:id="rId9"/>
    <p:sldId id="439" r:id="rId10"/>
    <p:sldId id="438" r:id="rId11"/>
    <p:sldId id="437" r:id="rId12"/>
    <p:sldId id="436" r:id="rId13"/>
    <p:sldId id="435" r:id="rId14"/>
    <p:sldId id="434" r:id="rId15"/>
    <p:sldId id="433" r:id="rId16"/>
    <p:sldId id="432" r:id="rId17"/>
    <p:sldId id="431" r:id="rId18"/>
    <p:sldId id="430" r:id="rId19"/>
    <p:sldId id="429" r:id="rId20"/>
    <p:sldId id="428" r:id="rId21"/>
    <p:sldId id="427" r:id="rId22"/>
    <p:sldId id="426" r:id="rId23"/>
    <p:sldId id="442" r:id="rId24"/>
    <p:sldId id="443" r:id="rId25"/>
    <p:sldId id="444" r:id="rId26"/>
    <p:sldId id="445" r:id="rId27"/>
    <p:sldId id="446" r:id="rId28"/>
    <p:sldId id="447" r:id="rId29"/>
    <p:sldId id="448" r:id="rId30"/>
    <p:sldId id="449" r:id="rId31"/>
    <p:sldId id="468" r:id="rId32"/>
    <p:sldId id="467" r:id="rId33"/>
    <p:sldId id="466" r:id="rId34"/>
    <p:sldId id="465" r:id="rId35"/>
    <p:sldId id="464" r:id="rId36"/>
    <p:sldId id="463" r:id="rId37"/>
    <p:sldId id="462" r:id="rId38"/>
    <p:sldId id="475" r:id="rId39"/>
    <p:sldId id="474" r:id="rId40"/>
    <p:sldId id="473" r:id="rId41"/>
    <p:sldId id="472" r:id="rId42"/>
    <p:sldId id="471" r:id="rId43"/>
    <p:sldId id="470" r:id="rId44"/>
    <p:sldId id="469" r:id="rId45"/>
    <p:sldId id="477" r:id="rId46"/>
    <p:sldId id="476" r:id="rId47"/>
    <p:sldId id="478" r:id="rId48"/>
    <p:sldId id="481" r:id="rId49"/>
    <p:sldId id="480" r:id="rId50"/>
    <p:sldId id="479" r:id="rId51"/>
    <p:sldId id="482" r:id="rId52"/>
    <p:sldId id="450" r:id="rId53"/>
    <p:sldId id="451" r:id="rId54"/>
    <p:sldId id="452" r:id="rId55"/>
    <p:sldId id="453" r:id="rId56"/>
    <p:sldId id="454" r:id="rId57"/>
    <p:sldId id="455" r:id="rId58"/>
  </p:sldIdLst>
  <p:sldSz cx="9144000" cy="6858000" type="screen4x3"/>
  <p:notesSz cx="6858000" cy="9144000"/>
  <p:custDataLst>
    <p:tags r:id="rId6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00FF"/>
    <a:srgbClr val="CC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182" autoAdjust="0"/>
    <p:restoredTop sz="94660"/>
  </p:normalViewPr>
  <p:slideViewPr>
    <p:cSldViewPr>
      <p:cViewPr varScale="1">
        <p:scale>
          <a:sx n="68" d="100"/>
          <a:sy n="68" d="100"/>
        </p:scale>
        <p:origin x="-12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A53238-CAC0-46D4-AB73-5CE29A15898D}" type="datetimeFigureOut">
              <a:rPr lang="en-US"/>
              <a:pPr/>
              <a:t>4/4/2022</a:t>
            </a:fld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BB4236-354B-482F-A28A-0064240E2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7838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7D1109-FCA5-4717-8E3B-E8764E699A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19096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63FBA-52BF-4C79-8B85-9C0AFCC8B726}" type="slidenum">
              <a:rPr lang="en-US"/>
              <a:pPr/>
              <a:t>1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pitchFamily="123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866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530225" y="2663825"/>
            <a:ext cx="457200" cy="398463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538163" y="2982913"/>
            <a:ext cx="422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ltGray">
          <a:xfrm>
            <a:off x="835025" y="2909888"/>
            <a:ext cx="368300" cy="474662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ltGray">
          <a:xfrm>
            <a:off x="225425" y="2833688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758825" y="2452688"/>
            <a:ext cx="31750" cy="1052512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457200" y="3290888"/>
            <a:ext cx="8683625" cy="46037"/>
          </a:xfrm>
          <a:prstGeom prst="rect">
            <a:avLst/>
          </a:prstGeom>
          <a:gradFill rotWithShape="0">
            <a:gsLst>
              <a:gs pos="0">
                <a:srgbClr val="591800"/>
              </a:gs>
              <a:gs pos="100000">
                <a:srgbClr val="C1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  <p:pic>
        <p:nvPicPr>
          <p:cNvPr id="10" name="Picture 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334000"/>
            <a:ext cx="137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209800"/>
            <a:ext cx="7620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620000" cy="762000"/>
          </a:xfrm>
        </p:spPr>
        <p:txBody>
          <a:bodyPr/>
          <a:lstStyle>
            <a:lvl1pPr marL="0" indent="0" algn="ctr">
              <a:buFont typeface="Wingdings" charset="2"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077200" y="6553200"/>
            <a:ext cx="1066800" cy="304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fld id="{3D54EF2D-FD43-47DD-865A-97FFCFDBAB49}" type="datetime5">
              <a:rPr lang="en-US"/>
              <a:pPr/>
              <a:t>4-Apr-22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C1B03-0993-4B56-8AC7-1F376C495D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C8463E-3D75-4B91-ABBC-00F83E8226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21005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9650" y="1371600"/>
            <a:ext cx="4211638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3954D-E184-421C-AF54-C602140A88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E6A9F-48F3-46F0-AF45-2202115821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C8E12-A6C5-4284-8C99-3456C36EE9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CDADB-0D4D-4D56-B67F-19547B2A56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BE86A-CFED-4459-8512-DAA44D629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068AD-FE32-43F9-B211-00E571E50D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68BB1-589C-4BE2-8573-8C9096C752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228600"/>
            <a:ext cx="214312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278563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D209B-AB01-46CD-A1E2-C238354EEE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6705600" cy="1752600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4267200" cy="4038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522CA1-B531-4BC9-8251-6BA15033E8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28600"/>
            <a:ext cx="77930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5740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9082DD3-4162-47C3-A307-C22F7F02D9E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530225" y="363538"/>
            <a:ext cx="457200" cy="398462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38163" y="682625"/>
            <a:ext cx="422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835025" y="609600"/>
            <a:ext cx="368300" cy="474663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225425" y="533400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58825" y="152400"/>
            <a:ext cx="31750" cy="1052513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57200" y="990600"/>
            <a:ext cx="8683625" cy="46038"/>
          </a:xfrm>
          <a:prstGeom prst="rect">
            <a:avLst/>
          </a:prstGeom>
          <a:gradFill rotWithShape="0">
            <a:gsLst>
              <a:gs pos="0">
                <a:srgbClr val="471800"/>
              </a:gs>
              <a:gs pos="100000">
                <a:srgbClr val="99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bldLvl="5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+mj-lt"/>
          <a:ea typeface="MS PGothic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Internet Of Things – Python Programming</a:t>
            </a:r>
          </a:p>
        </p:txBody>
      </p:sp>
      <p:sp>
        <p:nvSpPr>
          <p:cNvPr id="16386" name="Subtitle 1"/>
          <p:cNvSpPr>
            <a:spLocks noGrp="1"/>
          </p:cNvSpPr>
          <p:nvPr>
            <p:ph type="subTitle" idx="1"/>
          </p:nvPr>
        </p:nvSpPr>
        <p:spPr>
          <a:xfrm>
            <a:off x="838200" y="3505200"/>
            <a:ext cx="7620000" cy="6858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(List</a:t>
            </a:r>
            <a:r>
              <a:rPr lang="en-US" b="1" dirty="0" smtClean="0">
                <a:solidFill>
                  <a:schemeClr val="tx1"/>
                </a:solidFill>
              </a:rPr>
              <a:t>, </a:t>
            </a:r>
            <a:r>
              <a:rPr lang="en-US" b="1" dirty="0" err="1" smtClean="0">
                <a:solidFill>
                  <a:schemeClr val="tx1"/>
                </a:solidFill>
              </a:rPr>
              <a:t>Tuple</a:t>
            </a:r>
            <a:r>
              <a:rPr lang="en-US" b="1" dirty="0" smtClean="0">
                <a:solidFill>
                  <a:schemeClr val="tx1"/>
                </a:solidFill>
              </a:rPr>
              <a:t>, Loops, List Comprehension)</a:t>
            </a:r>
          </a:p>
          <a:p>
            <a:pPr>
              <a:buFont typeface="Wingdings" pitchFamily="2" charset="2"/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886200" y="5257800"/>
            <a:ext cx="1524000" cy="137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609600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 smtClean="0">
                <a:solidFill>
                  <a:schemeClr val="accent2">
                    <a:lumMod val="75000"/>
                  </a:schemeClr>
                </a:solidFill>
              </a:rPr>
              <a:t>KAMYAAB  JAWAN  PAKISTAN</a:t>
            </a:r>
            <a:endParaRPr lang="en-US" sz="44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Looping Through an Entire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You’ll often want to print all entries in a list.</a:t>
            </a:r>
          </a:p>
          <a:p>
            <a:r>
              <a:rPr lang="en-US" dirty="0" smtClean="0"/>
              <a:t>You can use Python’s </a:t>
            </a:r>
            <a:r>
              <a:rPr lang="en-US" b="1" dirty="0" smtClean="0"/>
              <a:t>for loop </a:t>
            </a:r>
            <a:r>
              <a:rPr lang="en-US" dirty="0" smtClean="0"/>
              <a:t>to print multiple entries in a list.</a:t>
            </a:r>
          </a:p>
          <a:p>
            <a:r>
              <a:rPr lang="en-US" dirty="0" smtClean="0"/>
              <a:t>In the following example, a for loop is use to print out each name in a list of magicians: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print(magician)</a:t>
            </a:r>
          </a:p>
          <a:p>
            <a:r>
              <a:rPr lang="en-US" dirty="0" smtClean="0"/>
              <a:t>The output is a simple printout of each name in the list:</a:t>
            </a:r>
          </a:p>
          <a:p>
            <a:r>
              <a:rPr lang="en-US" sz="2400" dirty="0" err="1" smtClean="0"/>
              <a:t>alice</a:t>
            </a:r>
            <a:r>
              <a:rPr lang="en-US" sz="2400" dirty="0" smtClean="0"/>
              <a:t>								 </a:t>
            </a:r>
            <a:r>
              <a:rPr lang="en-US" sz="2400" dirty="0" err="1" smtClean="0"/>
              <a:t>david</a:t>
            </a:r>
            <a:r>
              <a:rPr lang="en-US" sz="2400" dirty="0" smtClean="0"/>
              <a:t>							 	 </a:t>
            </a:r>
            <a:r>
              <a:rPr lang="en-US" sz="2400" dirty="0" err="1" smtClean="0"/>
              <a:t>carolina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Looping Through an Entire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dirty="0" smtClean="0"/>
              <a:t>Also keep in mind when writing your own for loops that you can choose any name you want for the temporary variable that holds each value in the list.</a:t>
            </a:r>
          </a:p>
          <a:p>
            <a:r>
              <a:rPr lang="en-US" dirty="0" smtClean="0"/>
              <a:t>However, it’s helpful to choose a meaningful name that represents a single item from the list.</a:t>
            </a:r>
          </a:p>
          <a:p>
            <a:r>
              <a:rPr lang="en-US" dirty="0" smtClean="0"/>
              <a:t>For example, here’s a good way to start a for loop for a list of cats, a list of dogs, and a general list of items:</a:t>
            </a:r>
          </a:p>
          <a:p>
            <a:r>
              <a:rPr lang="en-US" dirty="0" smtClean="0"/>
              <a:t>for cat in cats:							 for dog in dogs:							 for item in </a:t>
            </a:r>
            <a:r>
              <a:rPr lang="en-US" dirty="0" err="1" smtClean="0"/>
              <a:t>list_of_items</a:t>
            </a:r>
            <a:r>
              <a:rPr lang="en-US" dirty="0" smtClean="0"/>
              <a:t>:</a:t>
            </a:r>
          </a:p>
          <a:p>
            <a:r>
              <a:rPr lang="en-US" dirty="0" smtClean="0"/>
              <a:t>These naming conventions can help you follow the action being done on each item within a for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Doing More Work Within a for Loop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You can do just about anything with each item in a for loop.</a:t>
            </a:r>
          </a:p>
          <a:p>
            <a:r>
              <a:rPr lang="en-US" sz="2400" dirty="0" smtClean="0"/>
              <a:t>Let’s build on the previous example by printing a message to each magician, telling them that they performed a great trick: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</a:t>
            </a:r>
            <a:r>
              <a:rPr lang="en-US" dirty="0" err="1" smtClean="0"/>
              <a:t>magician.title</a:t>
            </a:r>
            <a:r>
              <a:rPr lang="en-US" dirty="0" smtClean="0"/>
              <a:t>() + ", that was a great trick!")</a:t>
            </a:r>
          </a:p>
          <a:p>
            <a:r>
              <a:rPr lang="en-US" sz="2400" dirty="0" smtClean="0"/>
              <a:t>The output shows a personalized message for each magician in the list:</a:t>
            </a:r>
          </a:p>
          <a:p>
            <a:r>
              <a:rPr lang="en-US" sz="2400" dirty="0" smtClean="0"/>
              <a:t>Alice, that was a great trick!					 David, that was a great trick!				 Carolina, that was a great trick!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Doing More Work Within a for Loop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</a:t>
            </a:r>
            <a:r>
              <a:rPr lang="en-US" dirty="0" err="1" smtClean="0"/>
              <a:t>magician.title</a:t>
            </a:r>
            <a:r>
              <a:rPr lang="en-US" dirty="0" smtClean="0"/>
              <a:t>() + ", that was a great trick!“) 	print("I can't wait to see your next trick, " +  	</a:t>
            </a:r>
            <a:r>
              <a:rPr lang="en-US" dirty="0" err="1" smtClean="0"/>
              <a:t>magician.title</a:t>
            </a:r>
            <a:r>
              <a:rPr lang="en-US" dirty="0" smtClean="0"/>
              <a:t>())</a:t>
            </a:r>
          </a:p>
          <a:p>
            <a:r>
              <a:rPr lang="en-US" dirty="0" smtClean="0"/>
              <a:t>Alice, that was a great trick!					  I can't wait to see your next trick, Alice.			 David, that was a great trick!					  I can't wait to see your next trick, David.		 Carolina, that was a great trick!				  I can't wait to see your next trick, Carolina.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Doing Something After a 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What happens once a for loop has finished executing? Usually, you’ll want to summarize a block of output or move on to other work that your program must accomplish.</a:t>
            </a:r>
          </a:p>
          <a:p>
            <a:r>
              <a:rPr lang="en-US" dirty="0" smtClean="0"/>
              <a:t>Any lines of code after the for loop that are not indented are executed once without repetition.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</a:t>
            </a:r>
            <a:r>
              <a:rPr lang="en-US" dirty="0" err="1" smtClean="0"/>
              <a:t>magician.title</a:t>
            </a:r>
            <a:r>
              <a:rPr lang="en-US" dirty="0" smtClean="0"/>
              <a:t>() + ", that was a great trick!“)	print("I can't wait to see your next trick, " + 	</a:t>
            </a:r>
            <a:r>
              <a:rPr lang="en-US" dirty="0" err="1" smtClean="0"/>
              <a:t>magician.title</a:t>
            </a:r>
            <a:r>
              <a:rPr lang="en-US" dirty="0" smtClean="0"/>
              <a:t>())				     </a:t>
            </a:r>
            <a:r>
              <a:rPr lang="en-US" sz="2400" dirty="0" smtClean="0"/>
              <a:t>print("Thank you, everyone. That was a great magic show!")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Doing Something After a 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first two print statements are repeated once for each magician in the list, as you saw earlier.</a:t>
            </a:r>
          </a:p>
          <a:p>
            <a:r>
              <a:rPr lang="en-US" dirty="0" smtClean="0"/>
              <a:t>However, because the line at u is not indented, it’s printed only once:</a:t>
            </a:r>
          </a:p>
          <a:p>
            <a:r>
              <a:rPr lang="en-US" dirty="0" smtClean="0"/>
              <a:t>Alice, that was a great trick!					 I can't wait to see your next trick, Alice.			 David, that was a great trick!					   I can't wait to see your next trick, David.		 Carolina, that was a great trick!				  I can't wait to see your next trick, Carolina.		 Thank you, everyone. That was a great magic show!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Avoiding Indentation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181600"/>
          </a:xfrm>
        </p:spPr>
        <p:txBody>
          <a:bodyPr/>
          <a:lstStyle/>
          <a:p>
            <a:r>
              <a:rPr lang="en-US" dirty="0" smtClean="0"/>
              <a:t>Python uses indentation to determine when one line of code is connected to the line above it.</a:t>
            </a:r>
          </a:p>
          <a:p>
            <a:r>
              <a:rPr lang="en-US" dirty="0" smtClean="0"/>
              <a:t>Python’s use of indentation makes code very easy to read.</a:t>
            </a:r>
          </a:p>
          <a:p>
            <a:r>
              <a:rPr lang="en-US" dirty="0" smtClean="0"/>
              <a:t>It uses whitespace to force you to write neatly formatted code with a clear visual structure.</a:t>
            </a:r>
          </a:p>
          <a:p>
            <a:r>
              <a:rPr lang="en-US" dirty="0" smtClean="0"/>
              <a:t>These indentation levels help you gain a general sense of the overall program’s organization.</a:t>
            </a:r>
          </a:p>
          <a:p>
            <a:r>
              <a:rPr lang="en-US" dirty="0" smtClean="0"/>
              <a:t>As you begin to write code that relies on proper indentation, you’ll need to watch for a few common </a:t>
            </a:r>
            <a:r>
              <a:rPr lang="en-US" i="1" dirty="0" smtClean="0"/>
              <a:t>indentation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Forgetting to Indent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Always indent the line after the for statement in a loop. If you forget, Python will remind you: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 print(magician)</a:t>
            </a:r>
          </a:p>
          <a:p>
            <a:r>
              <a:rPr lang="en-US" sz="2400" dirty="0" smtClean="0"/>
              <a:t>The print statement should be indented, but it’s not.</a:t>
            </a:r>
          </a:p>
          <a:p>
            <a:r>
              <a:rPr lang="en-US" sz="2400" dirty="0" smtClean="0"/>
              <a:t>When Python expects an indented block and doesn’t find one, it lets you know which line it had a problem with.</a:t>
            </a:r>
          </a:p>
          <a:p>
            <a:r>
              <a:rPr lang="en-US" sz="2400" dirty="0" smtClean="0"/>
              <a:t>File "magicians.py", line 3					print(magician)						 	      ^						 </a:t>
            </a:r>
            <a:r>
              <a:rPr lang="en-US" sz="2400" dirty="0" err="1" smtClean="0"/>
              <a:t>IndentationError</a:t>
            </a:r>
            <a:r>
              <a:rPr lang="en-US" sz="2400" dirty="0" smtClean="0"/>
              <a:t>: expected an indented block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Forgetting to Indent Additional Lines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Sometimes your loop will run without any errors but won’t produce the expected result.</a:t>
            </a:r>
          </a:p>
          <a:p>
            <a:r>
              <a:rPr lang="en-US" dirty="0" smtClean="0"/>
              <a:t>This can happen when you’re trying to do several tasks in a loop and you forget to indent some of its lines.</a:t>
            </a:r>
          </a:p>
          <a:p>
            <a:r>
              <a:rPr lang="en-US" dirty="0" smtClean="0"/>
              <a:t>For example, this is what happens when we forget to indent the second line in the loop that tells each magician we’re looking forward to their next trick: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</a:t>
            </a:r>
            <a:r>
              <a:rPr lang="en-US" dirty="0" err="1" smtClean="0"/>
              <a:t>magician.title</a:t>
            </a:r>
            <a:r>
              <a:rPr lang="en-US" dirty="0" smtClean="0"/>
              <a:t>() + ", that was a great trick!")</a:t>
            </a:r>
          </a:p>
          <a:p>
            <a:r>
              <a:rPr lang="en-US" sz="2400" dirty="0" smtClean="0"/>
              <a:t>print("I can't wait to see your next trick, " + </a:t>
            </a:r>
            <a:r>
              <a:rPr lang="en-US" sz="2400" dirty="0" err="1" smtClean="0"/>
              <a:t>magician.title</a:t>
            </a:r>
            <a:r>
              <a:rPr lang="en-US" sz="2400" dirty="0" smtClean="0"/>
              <a:t>() 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Forgetting to Indent Additional Lines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Alice, that was a great trick! 				 David, that was a great trick!				 Carolina, that was a great trick!				 I can't wait to see your next trick, Carolina.</a:t>
            </a:r>
          </a:p>
          <a:p>
            <a:r>
              <a:rPr lang="en-US" sz="3200" dirty="0" smtClean="0"/>
              <a:t>This is a </a:t>
            </a:r>
            <a:r>
              <a:rPr lang="en-US" sz="3200" i="1" dirty="0" smtClean="0"/>
              <a:t>logical error.</a:t>
            </a:r>
          </a:p>
          <a:p>
            <a:r>
              <a:rPr lang="en-US" sz="3200" dirty="0" smtClean="0"/>
              <a:t>The syntax is valid Python code, but the code does not produce the desired result because a problem occurs in its logic.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Indenting Unnecessarily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If you accidentally indent a line that doesn’t need to be indented, Python informs you about the unexpected indent:</a:t>
            </a:r>
          </a:p>
          <a:p>
            <a:r>
              <a:rPr lang="en-US" dirty="0" smtClean="0"/>
              <a:t>message = "Hello Python world!“ 		print(message)</a:t>
            </a:r>
          </a:p>
          <a:p>
            <a:r>
              <a:rPr lang="en-US" dirty="0" smtClean="0"/>
              <a:t>We don’t need to indent the print statement, because it doesn’t </a:t>
            </a:r>
            <a:r>
              <a:rPr lang="en-US" i="1" dirty="0" smtClean="0"/>
              <a:t>belong </a:t>
            </a:r>
            <a:r>
              <a:rPr lang="en-US" dirty="0" smtClean="0"/>
              <a:t>to the line above it; hence, Python reports that error:</a:t>
            </a:r>
          </a:p>
          <a:p>
            <a:r>
              <a:rPr lang="en-US" dirty="0" smtClean="0"/>
              <a:t>File "hello_world.py", line 2			print(message)						^						 </a:t>
            </a:r>
            <a:r>
              <a:rPr lang="en-US" dirty="0" err="1" smtClean="0"/>
              <a:t>IndentationError</a:t>
            </a:r>
            <a:r>
              <a:rPr lang="en-US" dirty="0" smtClean="0"/>
              <a:t>: unexpected indent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Indenting Unnecessarily After the Loop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magicians:			print(</a:t>
            </a:r>
            <a:r>
              <a:rPr lang="en-US" dirty="0" err="1" smtClean="0"/>
              <a:t>magician.title</a:t>
            </a:r>
            <a:r>
              <a:rPr lang="en-US" dirty="0" smtClean="0"/>
              <a:t>() + ", that was a great trick!“)	print("I can't wait to see your next trick, " + 	</a:t>
            </a:r>
            <a:r>
              <a:rPr lang="en-US" dirty="0" err="1" smtClean="0"/>
              <a:t>magician.title</a:t>
            </a:r>
            <a:r>
              <a:rPr lang="en-US" dirty="0" smtClean="0"/>
              <a:t>())					print("Thank you everyone, that was a great magic	show!")</a:t>
            </a:r>
          </a:p>
          <a:p>
            <a:r>
              <a:rPr lang="en-US" dirty="0" smtClean="0"/>
              <a:t>Because the line is indented, it’s printed once for each person in the list, as you can see.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Indenting Unnecessarily After the Loop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Alice, that was a great trick!					 I can't wait to see your next trick, Alice.			 Thank you everyone, that was a great magic show!	 David, that was a great trick!					 I can't wait to see your next trick, David.			 Thank you everyone, that was a great magic show! Carolina, that was a great trick!				 I can't wait to see your next trick, Carolina.		 Thank you everyone, that was a great magic show!</a:t>
            </a:r>
          </a:p>
          <a:p>
            <a:r>
              <a:rPr lang="en-US" dirty="0" smtClean="0"/>
              <a:t>This is another logical error, similar to the one in “Forgetting to Indent Additional Lines”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Forgetting the Colon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181600"/>
          </a:xfrm>
        </p:spPr>
        <p:txBody>
          <a:bodyPr/>
          <a:lstStyle/>
          <a:p>
            <a:r>
              <a:rPr lang="en-US" dirty="0" smtClean="0"/>
              <a:t>The colon at the end of a for statement tells Python to interpret the next line as the start of a loop.</a:t>
            </a:r>
          </a:p>
          <a:p>
            <a:r>
              <a:rPr lang="en-US" dirty="0" smtClean="0"/>
              <a:t>magicians = ['</a:t>
            </a:r>
            <a:r>
              <a:rPr lang="en-US" dirty="0" err="1" smtClean="0"/>
              <a:t>alice</a:t>
            </a:r>
            <a:r>
              <a:rPr lang="en-US" dirty="0" smtClean="0"/>
              <a:t>', '</a:t>
            </a:r>
            <a:r>
              <a:rPr lang="en-US" dirty="0" err="1" smtClean="0"/>
              <a:t>david</a:t>
            </a:r>
            <a:r>
              <a:rPr lang="en-US" dirty="0" smtClean="0"/>
              <a:t>', '</a:t>
            </a:r>
            <a:r>
              <a:rPr lang="en-US" dirty="0" err="1" smtClean="0"/>
              <a:t>carolina</a:t>
            </a:r>
            <a:r>
              <a:rPr lang="en-US" dirty="0" smtClean="0"/>
              <a:t>‘]			 for magician in magicians			print(magician)</a:t>
            </a:r>
          </a:p>
          <a:p>
            <a:r>
              <a:rPr lang="en-US" dirty="0" smtClean="0"/>
              <a:t>If you accidentally forget the colon, you’ll get a syntax	 error because Python doesn’t know what you’re trying to do.</a:t>
            </a:r>
          </a:p>
          <a:p>
            <a:r>
              <a:rPr lang="en-US" dirty="0" smtClean="0"/>
              <a:t>Although this is an easy error to fix, it’s not always an </a:t>
            </a:r>
            <a:r>
              <a:rPr lang="en-US" b="1" dirty="0" smtClean="0"/>
              <a:t>easy error to find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Such errors are always difficult to find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Making Numerical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Lists are ideal for storing sets of numbers, and Python provides a number of tools to help you work efficiently with lists of numbers.</a:t>
            </a:r>
          </a:p>
          <a:p>
            <a:pPr>
              <a:buNone/>
            </a:pPr>
            <a:r>
              <a:rPr lang="en-US" b="1" i="1" u="sng" dirty="0" smtClean="0"/>
              <a:t>Using the range() Function</a:t>
            </a:r>
          </a:p>
          <a:p>
            <a:r>
              <a:rPr lang="en-US" dirty="0" smtClean="0"/>
              <a:t>Python’s range() function makes it easy to generate a series of numbers.</a:t>
            </a:r>
          </a:p>
          <a:p>
            <a:r>
              <a:rPr lang="en-US" dirty="0" smtClean="0"/>
              <a:t>For example, you can use the range() function to print a series of numbers like this:</a:t>
            </a:r>
          </a:p>
          <a:p>
            <a:r>
              <a:rPr lang="en-US" dirty="0" smtClean="0"/>
              <a:t>for value in range(1,5):					print(value)</a:t>
            </a:r>
          </a:p>
          <a:p>
            <a:r>
              <a:rPr lang="en-US" sz="2400" dirty="0" smtClean="0"/>
              <a:t>Although this code looks like it should print the numbers from 1 to 5, it doesn’t print the number 5: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the range()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									 2									 3									 4</a:t>
            </a:r>
          </a:p>
          <a:p>
            <a:r>
              <a:rPr lang="en-US" dirty="0" smtClean="0"/>
              <a:t>In this example, range() prints only the numbers 1 through 4.</a:t>
            </a:r>
          </a:p>
          <a:p>
            <a:r>
              <a:rPr lang="en-US" dirty="0" smtClean="0"/>
              <a:t>To print the numbers from 1 to 5, you would use range(1,6):</a:t>
            </a:r>
          </a:p>
          <a:p>
            <a:r>
              <a:rPr lang="en-US" dirty="0" smtClean="0"/>
              <a:t>for value in range(1,6):					print(value)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Using range() to Make a List of Numbers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If you want to make a list of numbers, you can convert the results of range() directly into a list using the </a:t>
            </a:r>
            <a:r>
              <a:rPr lang="en-US" b="1" dirty="0" smtClean="0"/>
              <a:t>list() function.</a:t>
            </a:r>
          </a:p>
          <a:p>
            <a:r>
              <a:rPr lang="en-US" dirty="0" smtClean="0"/>
              <a:t>When you wrap list() around a call to the range() function, the output will be a list of numbers.</a:t>
            </a:r>
          </a:p>
          <a:p>
            <a:r>
              <a:rPr lang="en-US" sz="2400" dirty="0" smtClean="0"/>
              <a:t>In the previous example, we simply printed out a series of numbers.</a:t>
            </a:r>
          </a:p>
          <a:p>
            <a:r>
              <a:rPr lang="en-US" dirty="0" smtClean="0"/>
              <a:t>We can use list() to convert that same set of numbers into a list:</a:t>
            </a:r>
          </a:p>
          <a:p>
            <a:r>
              <a:rPr lang="en-US" dirty="0" smtClean="0"/>
              <a:t>numbers = list(range(1,6))				 print(numbers)</a:t>
            </a:r>
          </a:p>
          <a:p>
            <a:r>
              <a:rPr lang="en-US" sz="2400" dirty="0" smtClean="0"/>
              <a:t>[1, 2, 3, 4, 5]</a:t>
            </a:r>
            <a:endParaRPr lang="en-US" dirty="0" smtClean="0"/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Using range() to Make a List of Numbers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We can also use the range() function to tell Python to skip numbers in a given range.</a:t>
            </a:r>
          </a:p>
          <a:p>
            <a:r>
              <a:rPr lang="en-US" dirty="0" smtClean="0"/>
              <a:t>For example, here’s how we would list the even numbers between 1 and 10:</a:t>
            </a:r>
          </a:p>
          <a:p>
            <a:r>
              <a:rPr lang="en-US" dirty="0" err="1" smtClean="0"/>
              <a:t>even_numbers</a:t>
            </a:r>
            <a:r>
              <a:rPr lang="en-US" dirty="0" smtClean="0"/>
              <a:t> = list(range(2,11,2)) print(</a:t>
            </a:r>
            <a:r>
              <a:rPr lang="en-US" dirty="0" err="1" smtClean="0"/>
              <a:t>even_numbers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 this example, the range() function starts with the value 2 and then adds 2 to that value.</a:t>
            </a:r>
          </a:p>
          <a:p>
            <a:r>
              <a:rPr lang="en-US" dirty="0" smtClean="0"/>
              <a:t>It adds 2 repeatedly until it reaches or passes the end value, 11, and produces this result:</a:t>
            </a:r>
          </a:p>
          <a:p>
            <a:r>
              <a:rPr lang="en-US" dirty="0" smtClean="0"/>
              <a:t>[2, 4, 6, 8, 10]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Using range() to Make a List of Numbers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 smtClean="0"/>
              <a:t>You can create almost any set of numbers you want to using the range() function.</a:t>
            </a:r>
          </a:p>
          <a:p>
            <a:r>
              <a:rPr lang="en-US" dirty="0" smtClean="0"/>
              <a:t>In Python, two asterisks (**) represent exponents.</a:t>
            </a:r>
          </a:p>
          <a:p>
            <a:r>
              <a:rPr lang="en-US" dirty="0" smtClean="0"/>
              <a:t>Here’s how you might put the first 10 square numbers into a list:</a:t>
            </a:r>
          </a:p>
          <a:p>
            <a:r>
              <a:rPr lang="en-US" dirty="0" smtClean="0"/>
              <a:t>squares = [ ]							 for value in range(1,11):					square = value**2				</a:t>
            </a:r>
            <a:r>
              <a:rPr lang="en-US" dirty="0" err="1" smtClean="0"/>
              <a:t>squares.append</a:t>
            </a:r>
            <a:r>
              <a:rPr lang="en-US" dirty="0" smtClean="0"/>
              <a:t>(square)				 print(squares)</a:t>
            </a:r>
          </a:p>
          <a:p>
            <a:r>
              <a:rPr lang="en-US" dirty="0" smtClean="0"/>
              <a:t>[1, 4, 9, 16, 25, 36, 49, 64, 81, 100]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Using range() to Make a List of Numbers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write this code more concisely, omit the temporary variable square and append each new value directly to the list:</a:t>
            </a:r>
          </a:p>
          <a:p>
            <a:r>
              <a:rPr lang="en-US" dirty="0" smtClean="0"/>
              <a:t>squares = [ ]							 for value in range(1,11):			</a:t>
            </a:r>
            <a:r>
              <a:rPr lang="en-US" dirty="0" err="1" smtClean="0"/>
              <a:t>squares.append</a:t>
            </a:r>
            <a:r>
              <a:rPr lang="en-US" dirty="0" smtClean="0"/>
              <a:t>(value**2)			 print(squares)</a:t>
            </a:r>
          </a:p>
          <a:p>
            <a:r>
              <a:rPr lang="en-US" dirty="0" smtClean="0"/>
              <a:t>[2, 4, 6, 8, 10]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Simple Statistics with a List of Numbers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few Python functions are specific to lists of numbers.</a:t>
            </a:r>
          </a:p>
          <a:p>
            <a:r>
              <a:rPr lang="en-US" dirty="0" smtClean="0"/>
              <a:t>For example, you can easily find the minimum, maximum, and sum of a list of numbers:</a:t>
            </a:r>
            <a:endParaRPr lang="en-US" b="1" dirty="0" smtClean="0"/>
          </a:p>
          <a:p>
            <a:r>
              <a:rPr lang="en-US" dirty="0" smtClean="0"/>
              <a:t>digits = [1, 2, 3, 4, 5, 6, 7, 8, 9, 0]			 min(digits)</a:t>
            </a:r>
          </a:p>
          <a:p>
            <a:r>
              <a:rPr lang="en-US" dirty="0" smtClean="0"/>
              <a:t>0</a:t>
            </a:r>
          </a:p>
          <a:p>
            <a:r>
              <a:rPr lang="en-US" dirty="0" smtClean="0"/>
              <a:t>max(digits)</a:t>
            </a:r>
          </a:p>
          <a:p>
            <a:r>
              <a:rPr lang="en-US" dirty="0" smtClean="0"/>
              <a:t>9</a:t>
            </a:r>
          </a:p>
          <a:p>
            <a:r>
              <a:rPr lang="en-US" dirty="0" smtClean="0"/>
              <a:t>sum(digits)</a:t>
            </a:r>
          </a:p>
          <a:p>
            <a:r>
              <a:rPr lang="en-US" dirty="0" smtClean="0"/>
              <a:t>45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List Comprehensions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2578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/>
              <a:t>list comprehension </a:t>
            </a:r>
            <a:r>
              <a:rPr lang="en-US" dirty="0" smtClean="0"/>
              <a:t>allows you to generate list in just one line of code.</a:t>
            </a:r>
          </a:p>
          <a:p>
            <a:r>
              <a:rPr lang="en-US" dirty="0" smtClean="0"/>
              <a:t>A list comprehension combines the for loop and the creation of new elements into one line, </a:t>
            </a:r>
            <a:r>
              <a:rPr lang="en-US" smtClean="0"/>
              <a:t>and automatically </a:t>
            </a:r>
            <a:r>
              <a:rPr lang="en-US" dirty="0" smtClean="0"/>
              <a:t>appends each new element.</a:t>
            </a:r>
          </a:p>
          <a:p>
            <a:r>
              <a:rPr lang="en-US" dirty="0" smtClean="0"/>
              <a:t>squares = [value**2 for value in range(1,11)] print(squares)</a:t>
            </a:r>
          </a:p>
          <a:p>
            <a:r>
              <a:rPr lang="en-US" dirty="0" smtClean="0"/>
              <a:t>[1, 4, 9, 16, 25, 36, 49, 64, 81, 100] </a:t>
            </a:r>
          </a:p>
          <a:p>
            <a:r>
              <a:rPr lang="en-US" dirty="0" smtClean="0"/>
              <a:t>S = [x**2 for x in range(10)] 				 print(S)</a:t>
            </a:r>
          </a:p>
          <a:p>
            <a:r>
              <a:rPr lang="en-US" dirty="0" smtClean="0"/>
              <a:t>[0, 1, 4, 9, 16, 25, 36, 49, 64, 81]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List Comprehensions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 = [2**</a:t>
            </a:r>
            <a:r>
              <a:rPr lang="en-US" dirty="0" err="1" smtClean="0"/>
              <a:t>i</a:t>
            </a:r>
            <a:r>
              <a:rPr lang="en-US" dirty="0" smtClean="0"/>
              <a:t> for </a:t>
            </a:r>
            <a:r>
              <a:rPr lang="en-US" dirty="0" err="1" smtClean="0"/>
              <a:t>i</a:t>
            </a:r>
            <a:r>
              <a:rPr lang="en-US" dirty="0" smtClean="0"/>
              <a:t> in range(13)] 				 print(V)</a:t>
            </a:r>
          </a:p>
          <a:p>
            <a:r>
              <a:rPr lang="en-US" dirty="0" smtClean="0"/>
              <a:t>[1, 2, 4, 8, 16, 32, 64, 128, 256, 512, 1024, 2048, 4096]</a:t>
            </a:r>
          </a:p>
          <a:p>
            <a:endParaRPr lang="en-US" dirty="0" smtClean="0"/>
          </a:p>
          <a:p>
            <a:r>
              <a:rPr lang="en-US" dirty="0"/>
              <a:t>string = "Hello 12345 </a:t>
            </a:r>
            <a:r>
              <a:rPr lang="en-US" dirty="0" smtClean="0"/>
              <a:t>World“				 numbers </a:t>
            </a:r>
            <a:r>
              <a:rPr lang="en-US" dirty="0"/>
              <a:t>= [x for x in string if </a:t>
            </a:r>
            <a:r>
              <a:rPr lang="en-US" dirty="0" err="1"/>
              <a:t>x.isdigit</a:t>
            </a:r>
            <a:r>
              <a:rPr lang="en-US" dirty="0" smtClean="0"/>
              <a:t>()]	 print(numbers)</a:t>
            </a:r>
          </a:p>
          <a:p>
            <a:r>
              <a:rPr lang="en-US" dirty="0" smtClean="0"/>
              <a:t>[</a:t>
            </a:r>
            <a:r>
              <a:rPr lang="en-US" dirty="0"/>
              <a:t>'1', '2', '3', '4', '5']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with Part of a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pPr>
              <a:buNone/>
            </a:pPr>
            <a:r>
              <a:rPr lang="en-US" b="1" i="1" dirty="0" smtClean="0"/>
              <a:t>Slicing a List</a:t>
            </a:r>
          </a:p>
          <a:p>
            <a:r>
              <a:rPr lang="en-US" dirty="0" smtClean="0"/>
              <a:t>players = ['</a:t>
            </a:r>
            <a:r>
              <a:rPr lang="en-US" dirty="0" err="1" smtClean="0"/>
              <a:t>charles</a:t>
            </a:r>
            <a:r>
              <a:rPr lang="en-US" dirty="0" smtClean="0"/>
              <a:t>', 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', '</a:t>
            </a:r>
            <a:r>
              <a:rPr lang="en-US" dirty="0" err="1" smtClean="0"/>
              <a:t>eli</a:t>
            </a:r>
            <a:r>
              <a:rPr lang="en-US" dirty="0" smtClean="0"/>
              <a:t>']	 print(players[0:3])</a:t>
            </a:r>
          </a:p>
          <a:p>
            <a:r>
              <a:rPr lang="en-US" dirty="0" smtClean="0"/>
              <a:t>['</a:t>
            </a:r>
            <a:r>
              <a:rPr lang="en-US" dirty="0" err="1" smtClean="0"/>
              <a:t>charles</a:t>
            </a:r>
            <a:r>
              <a:rPr lang="en-US" dirty="0" smtClean="0"/>
              <a:t>', 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']</a:t>
            </a:r>
          </a:p>
          <a:p>
            <a:r>
              <a:rPr lang="en-US" dirty="0" smtClean="0"/>
              <a:t>players = ['</a:t>
            </a:r>
            <a:r>
              <a:rPr lang="en-US" dirty="0" err="1" smtClean="0"/>
              <a:t>charles</a:t>
            </a:r>
            <a:r>
              <a:rPr lang="en-US" dirty="0" smtClean="0"/>
              <a:t>', 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', '</a:t>
            </a:r>
            <a:r>
              <a:rPr lang="en-US" dirty="0" err="1" smtClean="0"/>
              <a:t>eli</a:t>
            </a:r>
            <a:r>
              <a:rPr lang="en-US" dirty="0" smtClean="0"/>
              <a:t>‘] print(players[1:4])</a:t>
            </a:r>
          </a:p>
          <a:p>
            <a:r>
              <a:rPr lang="en-US" dirty="0" smtClean="0"/>
              <a:t>['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']</a:t>
            </a:r>
          </a:p>
          <a:p>
            <a:r>
              <a:rPr lang="en-US" sz="2400" dirty="0" smtClean="0"/>
              <a:t>If you omit the first index in a slice, Python automatically starts your slice at the beginning of the list:</a:t>
            </a:r>
          </a:p>
          <a:p>
            <a:r>
              <a:rPr lang="en-US" sz="2400" dirty="0" smtClean="0"/>
              <a:t>players = ['</a:t>
            </a:r>
            <a:r>
              <a:rPr lang="en-US" sz="2400" dirty="0" err="1" smtClean="0"/>
              <a:t>charles</a:t>
            </a:r>
            <a:r>
              <a:rPr lang="en-US" sz="2400" dirty="0" smtClean="0"/>
              <a:t>', '</a:t>
            </a:r>
            <a:r>
              <a:rPr lang="en-US" sz="2400" dirty="0" err="1" smtClean="0"/>
              <a:t>martina</a:t>
            </a:r>
            <a:r>
              <a:rPr lang="en-US" sz="2400" dirty="0" smtClean="0"/>
              <a:t>', '</a:t>
            </a:r>
            <a:r>
              <a:rPr lang="en-US" sz="2400" dirty="0" err="1" smtClean="0"/>
              <a:t>michael</a:t>
            </a:r>
            <a:r>
              <a:rPr lang="en-US" sz="2400" dirty="0" smtClean="0"/>
              <a:t>', '</a:t>
            </a:r>
            <a:r>
              <a:rPr lang="en-US" sz="2400" dirty="0" err="1" smtClean="0"/>
              <a:t>florence</a:t>
            </a:r>
            <a:r>
              <a:rPr lang="en-US" sz="2400" dirty="0" smtClean="0"/>
              <a:t>', '</a:t>
            </a:r>
            <a:r>
              <a:rPr lang="en-US" sz="2400" dirty="0" err="1" smtClean="0"/>
              <a:t>eli</a:t>
            </a:r>
            <a:r>
              <a:rPr lang="en-US" sz="2400" dirty="0" smtClean="0"/>
              <a:t>']</a:t>
            </a:r>
          </a:p>
          <a:p>
            <a:r>
              <a:rPr lang="en-US" sz="2400" dirty="0" smtClean="0"/>
              <a:t>print(players[:4])</a:t>
            </a:r>
          </a:p>
          <a:p>
            <a:r>
              <a:rPr lang="en-US" sz="2400" dirty="0" smtClean="0"/>
              <a:t>['</a:t>
            </a:r>
            <a:r>
              <a:rPr lang="en-US" sz="2400" dirty="0" err="1" smtClean="0"/>
              <a:t>charles</a:t>
            </a:r>
            <a:r>
              <a:rPr lang="en-US" sz="2400" dirty="0" smtClean="0"/>
              <a:t>', '</a:t>
            </a:r>
            <a:r>
              <a:rPr lang="en-US" sz="2400" dirty="0" err="1" smtClean="0"/>
              <a:t>martina</a:t>
            </a:r>
            <a:r>
              <a:rPr lang="en-US" sz="2400" dirty="0" smtClean="0"/>
              <a:t>', '</a:t>
            </a:r>
            <a:r>
              <a:rPr lang="en-US" sz="2400" dirty="0" err="1" smtClean="0"/>
              <a:t>michael</a:t>
            </a:r>
            <a:r>
              <a:rPr lang="en-US" sz="2400" dirty="0" smtClean="0"/>
              <a:t>', '</a:t>
            </a:r>
            <a:r>
              <a:rPr lang="en-US" sz="2400" dirty="0" err="1" smtClean="0"/>
              <a:t>florence</a:t>
            </a:r>
            <a:r>
              <a:rPr lang="en-US" sz="2400" dirty="0" smtClean="0"/>
              <a:t>']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with Part of a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A similar syntax works if you want a slice that includes the end of a list.</a:t>
            </a:r>
          </a:p>
          <a:p>
            <a:r>
              <a:rPr lang="en-US" dirty="0" smtClean="0"/>
              <a:t>For example, if you want all items from the third item through the last item, you can start with index 2 and omit the second index:</a:t>
            </a:r>
          </a:p>
          <a:p>
            <a:r>
              <a:rPr lang="en-US" dirty="0" smtClean="0"/>
              <a:t>players = ['</a:t>
            </a:r>
            <a:r>
              <a:rPr lang="en-US" dirty="0" err="1" smtClean="0"/>
              <a:t>charles</a:t>
            </a:r>
            <a:r>
              <a:rPr lang="en-US" dirty="0" smtClean="0"/>
              <a:t>', 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', '</a:t>
            </a:r>
            <a:r>
              <a:rPr lang="en-US" dirty="0" err="1" smtClean="0"/>
              <a:t>eli</a:t>
            </a:r>
            <a:r>
              <a:rPr lang="en-US" dirty="0" smtClean="0"/>
              <a:t>‘] print(players[2:])</a:t>
            </a:r>
          </a:p>
          <a:p>
            <a:r>
              <a:rPr lang="en-US" dirty="0" smtClean="0"/>
              <a:t>['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', '</a:t>
            </a:r>
            <a:r>
              <a:rPr lang="en-US" dirty="0" err="1" smtClean="0"/>
              <a:t>eli</a:t>
            </a:r>
            <a:r>
              <a:rPr lang="en-US" dirty="0" smtClean="0"/>
              <a:t>']</a:t>
            </a:r>
          </a:p>
          <a:p>
            <a:r>
              <a:rPr lang="en-US" sz="2400" dirty="0" smtClean="0"/>
              <a:t>For example, if we want to output the last three players on the roster, we can use the slice players[-3:]</a:t>
            </a:r>
          </a:p>
          <a:p>
            <a:r>
              <a:rPr lang="en-US" sz="2400" dirty="0" smtClean="0"/>
              <a:t>players = ['</a:t>
            </a:r>
            <a:r>
              <a:rPr lang="en-US" sz="2400" dirty="0" err="1" smtClean="0"/>
              <a:t>charles</a:t>
            </a:r>
            <a:r>
              <a:rPr lang="en-US" sz="2400" dirty="0" smtClean="0"/>
              <a:t>', '</a:t>
            </a:r>
            <a:r>
              <a:rPr lang="en-US" sz="2400" dirty="0" err="1" smtClean="0"/>
              <a:t>martina</a:t>
            </a:r>
            <a:r>
              <a:rPr lang="en-US" sz="2400" dirty="0" smtClean="0"/>
              <a:t>', '</a:t>
            </a:r>
            <a:r>
              <a:rPr lang="en-US" sz="2400" dirty="0" err="1" smtClean="0"/>
              <a:t>michael</a:t>
            </a:r>
            <a:r>
              <a:rPr lang="en-US" sz="2400" dirty="0" smtClean="0"/>
              <a:t>', '</a:t>
            </a:r>
            <a:r>
              <a:rPr lang="en-US" sz="2400" dirty="0" err="1" smtClean="0"/>
              <a:t>florence</a:t>
            </a:r>
            <a:r>
              <a:rPr lang="en-US" sz="2400" dirty="0" smtClean="0"/>
              <a:t>', '</a:t>
            </a:r>
            <a:r>
              <a:rPr lang="en-US" sz="2400" dirty="0" err="1" smtClean="0"/>
              <a:t>eli</a:t>
            </a:r>
            <a:r>
              <a:rPr lang="en-US" sz="2400" dirty="0" smtClean="0"/>
              <a:t>‘] print(players[-3:])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['</a:t>
            </a:r>
            <a:r>
              <a:rPr lang="en-US" sz="2400" dirty="0" err="1" smtClean="0"/>
              <a:t>michael</a:t>
            </a:r>
            <a:r>
              <a:rPr lang="en-US" sz="2400" dirty="0" smtClean="0"/>
              <a:t>', '</a:t>
            </a:r>
            <a:r>
              <a:rPr lang="en-US" sz="2400" dirty="0" err="1" smtClean="0"/>
              <a:t>florence</a:t>
            </a:r>
            <a:r>
              <a:rPr lang="en-US" sz="2400" dirty="0" smtClean="0"/>
              <a:t>', '</a:t>
            </a:r>
            <a:r>
              <a:rPr lang="en-US" sz="2400" dirty="0" err="1" smtClean="0"/>
              <a:t>eli</a:t>
            </a:r>
            <a:r>
              <a:rPr lang="en-US" sz="2400" dirty="0" smtClean="0"/>
              <a:t>']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Looping Through a Slice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players = ['</a:t>
            </a:r>
            <a:r>
              <a:rPr lang="en-US" dirty="0" err="1" smtClean="0"/>
              <a:t>charles</a:t>
            </a:r>
            <a:r>
              <a:rPr lang="en-US" dirty="0" smtClean="0"/>
              <a:t>', '</a:t>
            </a:r>
            <a:r>
              <a:rPr lang="en-US" dirty="0" err="1" smtClean="0"/>
              <a:t>martina</a:t>
            </a:r>
            <a:r>
              <a:rPr lang="en-US" dirty="0" smtClean="0"/>
              <a:t>', '</a:t>
            </a:r>
            <a:r>
              <a:rPr lang="en-US" dirty="0" err="1" smtClean="0"/>
              <a:t>michael</a:t>
            </a:r>
            <a:r>
              <a:rPr lang="en-US" dirty="0" smtClean="0"/>
              <a:t>', '</a:t>
            </a:r>
            <a:r>
              <a:rPr lang="en-US" dirty="0" err="1" smtClean="0"/>
              <a:t>florence</a:t>
            </a:r>
            <a:r>
              <a:rPr lang="en-US" dirty="0" smtClean="0"/>
              <a:t>', '</a:t>
            </a:r>
            <a:r>
              <a:rPr lang="en-US" dirty="0" err="1" smtClean="0"/>
              <a:t>eli</a:t>
            </a:r>
            <a:r>
              <a:rPr lang="en-US" dirty="0" smtClean="0"/>
              <a:t>‘] print("Here are the first three players on my team:“)	 for player in players[:3]:			print(</a:t>
            </a:r>
            <a:r>
              <a:rPr lang="en-US" dirty="0" err="1" smtClean="0"/>
              <a:t>player.title</a:t>
            </a:r>
            <a:r>
              <a:rPr lang="en-US" dirty="0" smtClean="0"/>
              <a:t>())</a:t>
            </a:r>
          </a:p>
          <a:p>
            <a:r>
              <a:rPr lang="en-US" dirty="0" smtClean="0"/>
              <a:t>Instead of looping through the entire list of players, Python loops through only the first three names:</a:t>
            </a:r>
          </a:p>
          <a:p>
            <a:r>
              <a:rPr lang="en-US" dirty="0" smtClean="0"/>
              <a:t>Here are the first three players on my team:	 Charles							 Martina							 Michael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Copying a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sz="2400" dirty="0" smtClean="0"/>
              <a:t>To copy a list, you can make a slice that includes the entire original list by omitting the first index and the second index ([:]).</a:t>
            </a:r>
          </a:p>
          <a:p>
            <a:r>
              <a:rPr lang="en-US" sz="2400" dirty="0" smtClean="0"/>
              <a:t>This tells Python to make a slice that starts at the first item and ends with the last item, producing a copy of the entire list.</a:t>
            </a:r>
          </a:p>
          <a:p>
            <a:r>
              <a:rPr lang="en-US" sz="2400" dirty="0" err="1" smtClean="0"/>
              <a:t>my_foods</a:t>
            </a:r>
            <a:r>
              <a:rPr lang="en-US" sz="2400" dirty="0" smtClean="0"/>
              <a:t> = ['pizza', 'falafel', 'carrot cake‘]		 </a:t>
            </a:r>
            <a:r>
              <a:rPr lang="en-US" sz="2400" dirty="0" err="1" smtClean="0"/>
              <a:t>friend_foods</a:t>
            </a:r>
            <a:r>
              <a:rPr lang="en-US" sz="2400" dirty="0" smtClean="0"/>
              <a:t> = </a:t>
            </a:r>
            <a:r>
              <a:rPr lang="en-US" sz="2400" dirty="0" err="1" smtClean="0"/>
              <a:t>my_foods</a:t>
            </a:r>
            <a:r>
              <a:rPr lang="en-US" sz="2400" dirty="0" smtClean="0"/>
              <a:t>[:]				 print("My favorite foods are:“)			 print(</a:t>
            </a:r>
            <a:r>
              <a:rPr lang="en-US" sz="2400" dirty="0" err="1" smtClean="0"/>
              <a:t>my_foods</a:t>
            </a:r>
            <a:r>
              <a:rPr lang="en-US" sz="2400" dirty="0" smtClean="0"/>
              <a:t>)						 print("My friend's favorite foods are:“)			 print(</a:t>
            </a:r>
            <a:r>
              <a:rPr lang="en-US" sz="2400" dirty="0" err="1" smtClean="0"/>
              <a:t>friend_foods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My favorite foods are:						 ['pizza', 'falafel', 'carrot cake‘]					 My friend's favorite foods are:					 ['pizza', 'falafel', 'carrot cake']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Append a Copied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my_foods.append</a:t>
            </a:r>
            <a:r>
              <a:rPr lang="en-US" dirty="0" smtClean="0"/>
              <a:t>('</a:t>
            </a:r>
            <a:r>
              <a:rPr lang="en-US" dirty="0" err="1" smtClean="0"/>
              <a:t>cannoli</a:t>
            </a:r>
            <a:r>
              <a:rPr lang="en-US" dirty="0" smtClean="0"/>
              <a:t>‘)			 </a:t>
            </a:r>
            <a:r>
              <a:rPr lang="en-US" dirty="0" err="1" smtClean="0"/>
              <a:t>friend_foods.append</a:t>
            </a:r>
            <a:r>
              <a:rPr lang="en-US" dirty="0" smtClean="0"/>
              <a:t>('ice cream') 			 print("My favorite foods are:“)		 print(</a:t>
            </a:r>
            <a:r>
              <a:rPr lang="en-US" dirty="0" err="1" smtClean="0"/>
              <a:t>my_foods</a:t>
            </a:r>
            <a:r>
              <a:rPr lang="en-US" dirty="0" smtClean="0"/>
              <a:t>) 					 print("\</a:t>
            </a:r>
            <a:r>
              <a:rPr lang="en-US" dirty="0" err="1" smtClean="0"/>
              <a:t>nMy</a:t>
            </a:r>
            <a:r>
              <a:rPr lang="en-US" dirty="0" smtClean="0"/>
              <a:t> friend's favorite foods are:“) print(</a:t>
            </a:r>
            <a:r>
              <a:rPr lang="en-US" dirty="0" err="1" smtClean="0"/>
              <a:t>friend_foods</a:t>
            </a:r>
            <a:r>
              <a:rPr lang="en-US" dirty="0" smtClean="0"/>
              <a:t>)</a:t>
            </a:r>
          </a:p>
          <a:p>
            <a:r>
              <a:rPr lang="en-US" dirty="0" smtClean="0"/>
              <a:t>My favorite foods are:					 ['pizza', 'falafel', 'carrot cake', '</a:t>
            </a:r>
            <a:r>
              <a:rPr lang="en-US" dirty="0" err="1" smtClean="0"/>
              <a:t>cannoli</a:t>
            </a:r>
            <a:r>
              <a:rPr lang="en-US" dirty="0" smtClean="0"/>
              <a:t>‘]			 My friend's favorite foods are:			 ['pizza', 'falafel', 'carrot cake', 'ice cream']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a list without using a Slice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my_foods</a:t>
            </a:r>
            <a:r>
              <a:rPr lang="en-US" sz="2400" dirty="0" smtClean="0"/>
              <a:t> = ['pizza', 'falafel', 'carrot cake‘]			  # This doesn't work:					 </a:t>
            </a:r>
            <a:r>
              <a:rPr lang="en-US" sz="2400" dirty="0" err="1" smtClean="0"/>
              <a:t>friend_foods</a:t>
            </a:r>
            <a:r>
              <a:rPr lang="en-US" sz="2400" dirty="0" smtClean="0"/>
              <a:t> = </a:t>
            </a:r>
            <a:r>
              <a:rPr lang="en-US" sz="2400" dirty="0" err="1" smtClean="0"/>
              <a:t>my_foods</a:t>
            </a:r>
            <a:r>
              <a:rPr lang="en-US" sz="2400" dirty="0" smtClean="0"/>
              <a:t>	 		 </a:t>
            </a:r>
            <a:r>
              <a:rPr lang="en-US" sz="2400" dirty="0" err="1" smtClean="0"/>
              <a:t>my_foods.append</a:t>
            </a:r>
            <a:r>
              <a:rPr lang="en-US" sz="2400" dirty="0" smtClean="0"/>
              <a:t>('</a:t>
            </a:r>
            <a:r>
              <a:rPr lang="en-US" sz="2400" dirty="0" err="1" smtClean="0"/>
              <a:t>cannoli</a:t>
            </a:r>
            <a:r>
              <a:rPr lang="en-US" sz="2400" dirty="0" smtClean="0"/>
              <a:t>‘)		 </a:t>
            </a:r>
            <a:r>
              <a:rPr lang="en-US" sz="2400" dirty="0" err="1" smtClean="0"/>
              <a:t>friend_foods.append</a:t>
            </a:r>
            <a:r>
              <a:rPr lang="en-US" sz="2400" dirty="0" smtClean="0"/>
              <a:t>('ice cream‘)				 print("My favorite foods are:“)			 print(</a:t>
            </a:r>
            <a:r>
              <a:rPr lang="en-US" sz="2400" dirty="0" err="1" smtClean="0"/>
              <a:t>my_foods</a:t>
            </a:r>
            <a:r>
              <a:rPr lang="en-US" sz="2400" dirty="0" smtClean="0"/>
              <a:t>)						 print("\</a:t>
            </a:r>
            <a:r>
              <a:rPr lang="en-US" sz="2400" dirty="0" err="1" smtClean="0"/>
              <a:t>nMy</a:t>
            </a:r>
            <a:r>
              <a:rPr lang="en-US" sz="2400" dirty="0" smtClean="0"/>
              <a:t> friend's favorite foods are:“)		 print(</a:t>
            </a:r>
            <a:r>
              <a:rPr lang="en-US" sz="2400" dirty="0" err="1" smtClean="0"/>
              <a:t>friend_foods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My favorite foods are:						 ['pizza', 'falafel', 'carrot cake', '</a:t>
            </a:r>
            <a:r>
              <a:rPr lang="en-US" sz="2400" dirty="0" err="1" smtClean="0"/>
              <a:t>cannoli</a:t>
            </a:r>
            <a:r>
              <a:rPr lang="en-US" sz="2400" dirty="0" smtClean="0"/>
              <a:t>', 'ice cream‘]		 My friend's favorite foods are:					 ['pizza', 'falafel', 'carrot cake', '</a:t>
            </a:r>
            <a:r>
              <a:rPr lang="en-US" sz="2400" dirty="0" err="1" smtClean="0"/>
              <a:t>cannoli</a:t>
            </a:r>
            <a:r>
              <a:rPr lang="en-US" sz="2400" dirty="0" smtClean="0"/>
              <a:t>', 'ice cream']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if else statement with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cars = ['</a:t>
            </a:r>
            <a:r>
              <a:rPr lang="en-US" dirty="0" err="1" smtClean="0"/>
              <a:t>audi</a:t>
            </a:r>
            <a:r>
              <a:rPr lang="en-US" dirty="0" smtClean="0"/>
              <a:t>', '</a:t>
            </a:r>
            <a:r>
              <a:rPr lang="en-US" dirty="0" err="1" smtClean="0"/>
              <a:t>bmw</a:t>
            </a:r>
            <a:r>
              <a:rPr lang="en-US" dirty="0" smtClean="0"/>
              <a:t>', '</a:t>
            </a:r>
            <a:r>
              <a:rPr lang="en-US" dirty="0" err="1" smtClean="0"/>
              <a:t>subaru</a:t>
            </a:r>
            <a:r>
              <a:rPr lang="en-US" dirty="0" smtClean="0"/>
              <a:t>', '</a:t>
            </a:r>
            <a:r>
              <a:rPr lang="en-US" dirty="0" err="1" smtClean="0"/>
              <a:t>toyota</a:t>
            </a:r>
            <a:r>
              <a:rPr lang="en-US" dirty="0" smtClean="0"/>
              <a:t>'] 			 for car in cars:							if car == '</a:t>
            </a:r>
            <a:r>
              <a:rPr lang="en-US" dirty="0" err="1" smtClean="0"/>
              <a:t>bmw</a:t>
            </a:r>
            <a:r>
              <a:rPr lang="en-US" dirty="0" smtClean="0"/>
              <a:t>‘:							      print(</a:t>
            </a:r>
            <a:r>
              <a:rPr lang="en-US" dirty="0" err="1" smtClean="0"/>
              <a:t>car.upper</a:t>
            </a:r>
            <a:r>
              <a:rPr lang="en-US" dirty="0" smtClean="0"/>
              <a:t>())					else:						   			      print(</a:t>
            </a:r>
            <a:r>
              <a:rPr lang="en-US" dirty="0" err="1" smtClean="0"/>
              <a:t>car.title</a:t>
            </a:r>
            <a:r>
              <a:rPr lang="en-US" dirty="0" smtClean="0"/>
              <a:t>())</a:t>
            </a:r>
          </a:p>
          <a:p>
            <a:r>
              <a:rPr lang="en-US" dirty="0" smtClean="0"/>
              <a:t>Audi								 </a:t>
            </a:r>
            <a:r>
              <a:rPr lang="en-US" b="1" dirty="0" smtClean="0"/>
              <a:t>BMW</a:t>
            </a:r>
            <a:r>
              <a:rPr lang="en-US" dirty="0" smtClean="0"/>
              <a:t>								 Subaru								 Toyota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Using and to Check Multiple Numerical Conditions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age_0 = 22							 age_1 = 18							 age_0 &gt;= 21 and age_1 &gt;= 21</a:t>
            </a:r>
          </a:p>
          <a:p>
            <a:r>
              <a:rPr lang="en-US" dirty="0" smtClean="0"/>
              <a:t>False</a:t>
            </a:r>
          </a:p>
          <a:p>
            <a:r>
              <a:rPr lang="en-US" dirty="0" smtClean="0"/>
              <a:t>age_1 = 22							 age_0 &gt;= 21 and age_1 &lt;= 21</a:t>
            </a:r>
          </a:p>
          <a:p>
            <a:r>
              <a:rPr lang="en-US" dirty="0" smtClean="0"/>
              <a:t>True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Using or to Check Multiple Conditions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age_0 = 22							 age_1 = 18							 age_0 &gt;= 21 or age_1 &gt;= 21</a:t>
            </a:r>
          </a:p>
          <a:p>
            <a:r>
              <a:rPr lang="en-US" dirty="0" smtClean="0"/>
              <a:t>True</a:t>
            </a:r>
          </a:p>
          <a:p>
            <a:r>
              <a:rPr lang="en-US" dirty="0" smtClean="0"/>
              <a:t>age_0 = 18							 age_0 &gt;= 21 or age_1 &gt;= 21</a:t>
            </a:r>
          </a:p>
          <a:p>
            <a:r>
              <a:rPr lang="en-US" dirty="0" smtClean="0"/>
              <a:t>False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Checking Whether a Value Is in a List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requested_toppings</a:t>
            </a:r>
            <a:r>
              <a:rPr lang="en-US" sz="2400" dirty="0" smtClean="0"/>
              <a:t> = ['mushrooms', 'onions', 'pineapple']</a:t>
            </a:r>
          </a:p>
          <a:p>
            <a:r>
              <a:rPr lang="en-US" sz="2400" b="1" dirty="0" smtClean="0"/>
              <a:t>'mushrooms' in </a:t>
            </a:r>
            <a:r>
              <a:rPr lang="en-US" sz="2400" b="1" dirty="0" err="1" smtClean="0"/>
              <a:t>requested_toppings</a:t>
            </a:r>
            <a:endParaRPr lang="en-US" sz="2400" b="1" dirty="0" smtClean="0"/>
          </a:p>
          <a:p>
            <a:r>
              <a:rPr lang="en-US" sz="2400" dirty="0" smtClean="0"/>
              <a:t>True</a:t>
            </a:r>
          </a:p>
          <a:p>
            <a:r>
              <a:rPr lang="en-US" sz="2400" b="1" dirty="0" smtClean="0"/>
              <a:t>'pepperoni' in </a:t>
            </a:r>
            <a:r>
              <a:rPr lang="en-US" sz="2400" b="1" dirty="0" err="1" smtClean="0"/>
              <a:t>requested_toppings</a:t>
            </a:r>
            <a:endParaRPr lang="en-US" sz="2400" b="1" dirty="0" smtClean="0"/>
          </a:p>
          <a:p>
            <a:r>
              <a:rPr lang="en-US" sz="2400" dirty="0" smtClean="0"/>
              <a:t>False</a:t>
            </a:r>
          </a:p>
          <a:p>
            <a:pPr>
              <a:buNone/>
            </a:pPr>
            <a:r>
              <a:rPr lang="en-US" sz="2400" b="1" i="1" u="sng" dirty="0" smtClean="0"/>
              <a:t>Checking Whether a Value Is Not in a List</a:t>
            </a:r>
          </a:p>
          <a:p>
            <a:r>
              <a:rPr lang="en-US" sz="2400" dirty="0" err="1" smtClean="0"/>
              <a:t>banned_users</a:t>
            </a:r>
            <a:r>
              <a:rPr lang="en-US" sz="2400" dirty="0" smtClean="0"/>
              <a:t> = ['</a:t>
            </a:r>
            <a:r>
              <a:rPr lang="en-US" sz="2400" dirty="0" err="1" smtClean="0"/>
              <a:t>andrew</a:t>
            </a:r>
            <a:r>
              <a:rPr lang="en-US" sz="2400" dirty="0" smtClean="0"/>
              <a:t>', '</a:t>
            </a:r>
            <a:r>
              <a:rPr lang="en-US" sz="2400" dirty="0" err="1" smtClean="0"/>
              <a:t>carolina</a:t>
            </a:r>
            <a:r>
              <a:rPr lang="en-US" sz="2400" dirty="0" smtClean="0"/>
              <a:t>', '</a:t>
            </a:r>
            <a:r>
              <a:rPr lang="en-US" sz="2400" dirty="0" err="1" smtClean="0"/>
              <a:t>david</a:t>
            </a:r>
            <a:r>
              <a:rPr lang="en-US" sz="2400" dirty="0" smtClean="0"/>
              <a:t>']</a:t>
            </a:r>
          </a:p>
          <a:p>
            <a:r>
              <a:rPr lang="en-US" sz="2400" dirty="0" smtClean="0"/>
              <a:t>user = '</a:t>
            </a:r>
            <a:r>
              <a:rPr lang="en-US" sz="2400" dirty="0" err="1" smtClean="0"/>
              <a:t>marie</a:t>
            </a:r>
            <a:r>
              <a:rPr lang="en-US" sz="2400" dirty="0" smtClean="0"/>
              <a:t>‘</a:t>
            </a:r>
          </a:p>
          <a:p>
            <a:r>
              <a:rPr lang="en-US" sz="2400" dirty="0" smtClean="0"/>
              <a:t>if user not in </a:t>
            </a:r>
            <a:r>
              <a:rPr lang="en-US" sz="2400" dirty="0" err="1" smtClean="0"/>
              <a:t>banned_users</a:t>
            </a:r>
            <a:r>
              <a:rPr lang="en-US" sz="2400" dirty="0" smtClean="0"/>
              <a:t>:				print(</a:t>
            </a:r>
            <a:r>
              <a:rPr lang="en-US" sz="2400" dirty="0" err="1" smtClean="0"/>
              <a:t>user.title</a:t>
            </a:r>
            <a:r>
              <a:rPr lang="en-US" sz="2400" dirty="0" smtClean="0"/>
              <a:t>() + ", you can post a response if you wish.“)</a:t>
            </a:r>
          </a:p>
          <a:p>
            <a:r>
              <a:rPr lang="en-US" sz="2400" dirty="0" smtClean="0"/>
              <a:t>Marie, you can post a response if you wish.</a:t>
            </a:r>
            <a:endParaRPr lang="en-US" sz="24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The if-</a:t>
            </a:r>
            <a:r>
              <a:rPr lang="en-US" b="1" i="1" dirty="0" err="1" smtClean="0"/>
              <a:t>elif</a:t>
            </a:r>
            <a:r>
              <a:rPr lang="en-US" b="1" i="1" dirty="0" smtClean="0"/>
              <a:t>-else 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 = 12								 if age &lt; 4:								price = 0							 </a:t>
            </a:r>
            <a:r>
              <a:rPr lang="en-US" dirty="0" err="1" smtClean="0"/>
              <a:t>elif</a:t>
            </a:r>
            <a:r>
              <a:rPr lang="en-US" dirty="0" smtClean="0"/>
              <a:t> age &lt; 18:							price = 5							 </a:t>
            </a:r>
            <a:r>
              <a:rPr lang="en-US" dirty="0" err="1" smtClean="0"/>
              <a:t>elif</a:t>
            </a:r>
            <a:r>
              <a:rPr lang="en-US" dirty="0" smtClean="0"/>
              <a:t> age &lt; 65:							price = 10							 else:								price = 5						 print("Your admission cost is $" + </a:t>
            </a:r>
            <a:r>
              <a:rPr lang="en-US" dirty="0" err="1" smtClean="0"/>
              <a:t>str</a:t>
            </a:r>
            <a:r>
              <a:rPr lang="en-US" dirty="0" smtClean="0"/>
              <a:t>(price) + ".")</a:t>
            </a:r>
          </a:p>
          <a:p>
            <a:r>
              <a:rPr lang="en-US" dirty="0" smtClean="0"/>
              <a:t>Your admission cost is $5.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Testing Multiple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requested_toppings</a:t>
            </a:r>
            <a:r>
              <a:rPr lang="en-US" dirty="0" smtClean="0"/>
              <a:t> = ['mushrooms', 'extra cheese‘]	 if 'mushrooms' in </a:t>
            </a:r>
            <a:r>
              <a:rPr lang="en-US" dirty="0" err="1" smtClean="0"/>
              <a:t>requested_toppings</a:t>
            </a:r>
            <a:r>
              <a:rPr lang="en-US" dirty="0" smtClean="0"/>
              <a:t>:	print("Adding mushrooms.“)				 if 'pepperoni' in </a:t>
            </a:r>
            <a:r>
              <a:rPr lang="en-US" dirty="0" err="1" smtClean="0"/>
              <a:t>requested_toppings</a:t>
            </a:r>
            <a:r>
              <a:rPr lang="en-US" dirty="0" smtClean="0"/>
              <a:t>:		print("Adding pepperoni.“)				 if 'extra cheese' in </a:t>
            </a:r>
            <a:r>
              <a:rPr lang="en-US" dirty="0" err="1" smtClean="0"/>
              <a:t>requested_toppings</a:t>
            </a:r>
            <a:r>
              <a:rPr lang="en-US" dirty="0" smtClean="0"/>
              <a:t>:		print("Adding extra cheese.")</a:t>
            </a:r>
          </a:p>
          <a:p>
            <a:r>
              <a:rPr lang="en-US" dirty="0" smtClean="0"/>
              <a:t>print("\</a:t>
            </a:r>
            <a:r>
              <a:rPr lang="en-US" dirty="0" err="1" smtClean="0"/>
              <a:t>nFinished</a:t>
            </a:r>
            <a:r>
              <a:rPr lang="en-US" dirty="0" smtClean="0"/>
              <a:t> making your pizza!")</a:t>
            </a:r>
          </a:p>
          <a:p>
            <a:r>
              <a:rPr lang="en-US" dirty="0" smtClean="0"/>
              <a:t>Adding mushrooms.						 Adding extra cheese.					 Finished making your pizza!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Testing Multiple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400" dirty="0" smtClean="0"/>
              <a:t>This code would not work properly if we used an if-</a:t>
            </a:r>
            <a:r>
              <a:rPr lang="en-US" sz="2400" dirty="0" err="1" smtClean="0"/>
              <a:t>elif</a:t>
            </a:r>
            <a:r>
              <a:rPr lang="en-US" sz="2400" dirty="0" smtClean="0"/>
              <a:t>-else block, because the code would stop running after only one test passes.</a:t>
            </a:r>
          </a:p>
          <a:p>
            <a:r>
              <a:rPr lang="en-US" sz="2400" dirty="0" err="1" smtClean="0"/>
              <a:t>requested_toppings</a:t>
            </a:r>
            <a:r>
              <a:rPr lang="en-US" sz="2400" dirty="0" smtClean="0"/>
              <a:t> = ['mushrooms', 'extra cheese‘]		 if 'mushrooms' in </a:t>
            </a:r>
            <a:r>
              <a:rPr lang="en-US" sz="2400" dirty="0" err="1" smtClean="0"/>
              <a:t>requested_toppings</a:t>
            </a:r>
            <a:r>
              <a:rPr lang="en-US" sz="2400" dirty="0" smtClean="0"/>
              <a:t>:	 		print("Adding mushrooms.“)				 	 </a:t>
            </a:r>
            <a:r>
              <a:rPr lang="en-US" sz="2400" dirty="0" err="1" smtClean="0"/>
              <a:t>elif</a:t>
            </a:r>
            <a:r>
              <a:rPr lang="en-US" sz="2400" dirty="0" smtClean="0"/>
              <a:t> 'pepperoni' in </a:t>
            </a:r>
            <a:r>
              <a:rPr lang="en-US" sz="2400" dirty="0" err="1" smtClean="0"/>
              <a:t>requested_toppings</a:t>
            </a:r>
            <a:r>
              <a:rPr lang="en-US" sz="2400" dirty="0" smtClean="0"/>
              <a:t>:			print("Adding pepperoni.“)				 	 </a:t>
            </a:r>
            <a:r>
              <a:rPr lang="en-US" sz="2400" dirty="0" err="1" smtClean="0"/>
              <a:t>elif</a:t>
            </a:r>
            <a:r>
              <a:rPr lang="en-US" sz="2400" dirty="0" smtClean="0"/>
              <a:t> 'extra cheese' in </a:t>
            </a:r>
            <a:r>
              <a:rPr lang="en-US" sz="2400" dirty="0" err="1" smtClean="0"/>
              <a:t>requested_toppings</a:t>
            </a:r>
            <a:r>
              <a:rPr lang="en-US" sz="2400" dirty="0" smtClean="0"/>
              <a:t>:			print("Adding extra cheese.“)			 print("\</a:t>
            </a:r>
            <a:r>
              <a:rPr lang="en-US" sz="2400" dirty="0" err="1" smtClean="0"/>
              <a:t>nFinished</a:t>
            </a:r>
            <a:r>
              <a:rPr lang="en-US" sz="2400" dirty="0" smtClean="0"/>
              <a:t> making your pizza!")</a:t>
            </a:r>
          </a:p>
          <a:p>
            <a:r>
              <a:rPr lang="en-US" sz="2400" dirty="0" smtClean="0"/>
              <a:t>Adding mushrooms.						 Finished making your pizza!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Checking for Special Items in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requested_toppings</a:t>
            </a:r>
            <a:r>
              <a:rPr lang="en-US" sz="2000" dirty="0" smtClean="0"/>
              <a:t> = ['mushrooms', 'green peppers', 'extra cheese‘]		 </a:t>
            </a:r>
            <a:r>
              <a:rPr lang="en-US" dirty="0" smtClean="0"/>
              <a:t>for </a:t>
            </a:r>
            <a:r>
              <a:rPr lang="en-US" dirty="0" err="1" smtClean="0"/>
              <a:t>requested_topping</a:t>
            </a:r>
            <a:r>
              <a:rPr lang="en-US" dirty="0" smtClean="0"/>
              <a:t> in </a:t>
            </a:r>
            <a:r>
              <a:rPr lang="en-US" dirty="0" err="1" smtClean="0"/>
              <a:t>requested_toppings</a:t>
            </a:r>
            <a:r>
              <a:rPr lang="en-US" dirty="0" smtClean="0"/>
              <a:t>: 	print("Adding " + </a:t>
            </a:r>
            <a:r>
              <a:rPr lang="en-US" dirty="0" err="1" smtClean="0"/>
              <a:t>requested_topping</a:t>
            </a:r>
            <a:r>
              <a:rPr lang="en-US" dirty="0" smtClean="0"/>
              <a:t> + ".“)	 print("\</a:t>
            </a:r>
            <a:r>
              <a:rPr lang="en-US" dirty="0" err="1" smtClean="0"/>
              <a:t>nFinished</a:t>
            </a:r>
            <a:r>
              <a:rPr lang="en-US" dirty="0" smtClean="0"/>
              <a:t> making your pizza!")</a:t>
            </a:r>
          </a:p>
          <a:p>
            <a:r>
              <a:rPr lang="en-US" dirty="0" smtClean="0"/>
              <a:t>The output is straightforward because this code is just a simple for loop:</a:t>
            </a:r>
          </a:p>
          <a:p>
            <a:r>
              <a:rPr lang="en-US" dirty="0" smtClean="0"/>
              <a:t>Adding mushrooms.						 Adding green peppers.						 Adding extra cheese.					 Finished making your pizza!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Checking for Special Items in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But what if the pizzeria runs out of </a:t>
            </a:r>
            <a:r>
              <a:rPr lang="en-US" b="1" dirty="0" smtClean="0"/>
              <a:t>green peppers?</a:t>
            </a:r>
            <a:r>
              <a:rPr lang="en-US" dirty="0" smtClean="0"/>
              <a:t> An if statement inside the for loop can handle this situation appropriately:</a:t>
            </a:r>
          </a:p>
          <a:p>
            <a:r>
              <a:rPr lang="en-US" sz="2000" dirty="0" err="1" smtClean="0"/>
              <a:t>requested_toppings</a:t>
            </a:r>
            <a:r>
              <a:rPr lang="en-US" sz="2000" dirty="0" smtClean="0"/>
              <a:t> = ['mushrooms', 'green peppers', 'extra cheese‘]		 </a:t>
            </a:r>
            <a:r>
              <a:rPr lang="en-US" sz="2400" dirty="0" smtClean="0"/>
              <a:t>for </a:t>
            </a:r>
            <a:r>
              <a:rPr lang="en-US" sz="2400" dirty="0" err="1" smtClean="0"/>
              <a:t>requested_topping</a:t>
            </a:r>
            <a:r>
              <a:rPr lang="en-US" sz="2400" dirty="0" smtClean="0"/>
              <a:t> in </a:t>
            </a:r>
            <a:r>
              <a:rPr lang="en-US" sz="2400" dirty="0" err="1" smtClean="0"/>
              <a:t>requested_toppings</a:t>
            </a:r>
            <a:r>
              <a:rPr lang="en-US" sz="2400" dirty="0" smtClean="0"/>
              <a:t>:			if </a:t>
            </a:r>
            <a:r>
              <a:rPr lang="en-US" sz="2400" dirty="0" err="1" smtClean="0"/>
              <a:t>requested_topping</a:t>
            </a:r>
            <a:r>
              <a:rPr lang="en-US" sz="2400" dirty="0" smtClean="0"/>
              <a:t> == 'green peppers‘: 				</a:t>
            </a:r>
            <a:r>
              <a:rPr lang="en-US" sz="2000" dirty="0" smtClean="0"/>
              <a:t>	print("Sorry, we are out of green peppers right now.“)  		</a:t>
            </a:r>
            <a:r>
              <a:rPr lang="en-US" sz="2400" dirty="0" smtClean="0"/>
              <a:t>else:										print("Adding " + </a:t>
            </a:r>
            <a:r>
              <a:rPr lang="en-US" sz="2400" dirty="0" err="1" smtClean="0"/>
              <a:t>requested_topping</a:t>
            </a:r>
            <a:r>
              <a:rPr lang="en-US" sz="2400" dirty="0" smtClean="0"/>
              <a:t> + ".“)	 print("\</a:t>
            </a:r>
            <a:r>
              <a:rPr lang="en-US" sz="2400" dirty="0" err="1" smtClean="0"/>
              <a:t>nFinished</a:t>
            </a:r>
            <a:r>
              <a:rPr lang="en-US" sz="2400" dirty="0" smtClean="0"/>
              <a:t> making your pizza!")</a:t>
            </a:r>
          </a:p>
          <a:p>
            <a:r>
              <a:rPr lang="en-US" sz="2000" dirty="0" smtClean="0"/>
              <a:t>Adding mushrooms.							 Sorry, we are out of green peppers right now.				 Adding extra cheese.							 Finished making your pizza!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Checking That a List Is Not Empty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requested_toppings</a:t>
            </a:r>
            <a:r>
              <a:rPr lang="en-US" dirty="0" smtClean="0"/>
              <a:t> = [ ]					 if </a:t>
            </a:r>
            <a:r>
              <a:rPr lang="en-US" dirty="0" err="1" smtClean="0"/>
              <a:t>requested_toppings</a:t>
            </a:r>
            <a:r>
              <a:rPr lang="en-US" dirty="0" smtClean="0"/>
              <a:t>:						for </a:t>
            </a:r>
            <a:r>
              <a:rPr lang="en-US" dirty="0" err="1" smtClean="0"/>
              <a:t>requested_topping</a:t>
            </a:r>
            <a:r>
              <a:rPr lang="en-US" dirty="0" smtClean="0"/>
              <a:t> in </a:t>
            </a:r>
            <a:r>
              <a:rPr lang="en-US" dirty="0" err="1" smtClean="0"/>
              <a:t>requested_toppings</a:t>
            </a:r>
            <a:r>
              <a:rPr lang="en-US" dirty="0" smtClean="0"/>
              <a:t>: 			print("Adding " + </a:t>
            </a:r>
            <a:r>
              <a:rPr lang="en-US" dirty="0" err="1" smtClean="0"/>
              <a:t>requested_topping</a:t>
            </a:r>
            <a:r>
              <a:rPr lang="en-US" dirty="0" smtClean="0"/>
              <a:t> + ".“)		print("\</a:t>
            </a:r>
            <a:r>
              <a:rPr lang="en-US" dirty="0" err="1" smtClean="0"/>
              <a:t>nFinished</a:t>
            </a:r>
            <a:r>
              <a:rPr lang="en-US" dirty="0" smtClean="0"/>
              <a:t> making your pizza!“)		 else:								print("Are you sure you want a plain pizza?")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Are you sure you want a plain pizza?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Multiple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err="1" smtClean="0"/>
              <a:t>available_toppings</a:t>
            </a:r>
            <a:r>
              <a:rPr lang="en-US" dirty="0" smtClean="0"/>
              <a:t> = ['mushrooms', 'olives', 'green </a:t>
            </a:r>
            <a:r>
              <a:rPr lang="en-US" dirty="0" err="1" smtClean="0"/>
              <a:t>peppers‘,'pepperoni</a:t>
            </a:r>
            <a:r>
              <a:rPr lang="en-US" dirty="0" smtClean="0"/>
              <a:t>', 'pineapple', 'extra cheese‘]</a:t>
            </a:r>
          </a:p>
          <a:p>
            <a:r>
              <a:rPr lang="en-US" dirty="0" smtClean="0"/>
              <a:t> </a:t>
            </a:r>
            <a:r>
              <a:rPr lang="en-US" sz="2400" dirty="0" err="1" smtClean="0"/>
              <a:t>requested_toppings</a:t>
            </a:r>
            <a:r>
              <a:rPr lang="en-US" sz="2400" dirty="0" smtClean="0"/>
              <a:t> = ['mushrooms', '</a:t>
            </a:r>
            <a:r>
              <a:rPr lang="en-US" sz="2400" dirty="0" err="1" smtClean="0"/>
              <a:t>french</a:t>
            </a:r>
            <a:r>
              <a:rPr lang="en-US" sz="2400" dirty="0" smtClean="0"/>
              <a:t> fries', 'extra cheese']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requested_topping</a:t>
            </a:r>
            <a:r>
              <a:rPr lang="en-US" dirty="0" smtClean="0"/>
              <a:t> in </a:t>
            </a:r>
            <a:r>
              <a:rPr lang="en-US" dirty="0" err="1" smtClean="0"/>
              <a:t>requested_toppings</a:t>
            </a:r>
            <a:r>
              <a:rPr lang="en-US" dirty="0" smtClean="0"/>
              <a:t>:		if </a:t>
            </a:r>
            <a:r>
              <a:rPr lang="en-US" dirty="0" err="1" smtClean="0"/>
              <a:t>requested_topping</a:t>
            </a:r>
            <a:r>
              <a:rPr lang="en-US" dirty="0" smtClean="0"/>
              <a:t> in </a:t>
            </a:r>
            <a:r>
              <a:rPr lang="en-US" dirty="0" err="1" smtClean="0"/>
              <a:t>available_toppings</a:t>
            </a:r>
            <a:r>
              <a:rPr lang="en-US" dirty="0" smtClean="0"/>
              <a:t>:				print("Adding " + </a:t>
            </a:r>
            <a:r>
              <a:rPr lang="en-US" dirty="0" err="1" smtClean="0"/>
              <a:t>requested_topping</a:t>
            </a:r>
            <a:r>
              <a:rPr lang="en-US" dirty="0" smtClean="0"/>
              <a:t> + ".“)	else:										</a:t>
            </a:r>
            <a:r>
              <a:rPr lang="en-US" sz="2000" dirty="0" smtClean="0"/>
              <a:t>print("Sorry, we don't have " + </a:t>
            </a:r>
            <a:r>
              <a:rPr lang="en-US" sz="2000" dirty="0" err="1" smtClean="0"/>
              <a:t>requested_topping</a:t>
            </a:r>
            <a:r>
              <a:rPr lang="en-US" sz="2000" dirty="0" smtClean="0"/>
              <a:t> + ".")</a:t>
            </a:r>
          </a:p>
          <a:p>
            <a:r>
              <a:rPr lang="en-US" dirty="0" smtClean="0"/>
              <a:t>print("\</a:t>
            </a:r>
            <a:r>
              <a:rPr lang="en-US" dirty="0" err="1" smtClean="0"/>
              <a:t>nFinished</a:t>
            </a:r>
            <a:r>
              <a:rPr lang="en-US" dirty="0" smtClean="0"/>
              <a:t> making your pizza!")</a:t>
            </a:r>
          </a:p>
          <a:p>
            <a:r>
              <a:rPr lang="en-US" sz="2000" dirty="0" smtClean="0"/>
              <a:t>Adding mushrooms.						 	 Sorry, we don't have </a:t>
            </a:r>
            <a:r>
              <a:rPr lang="en-US" sz="2000" dirty="0" err="1" smtClean="0"/>
              <a:t>french</a:t>
            </a:r>
            <a:r>
              <a:rPr lang="en-US" sz="2000" dirty="0" smtClean="0"/>
              <a:t> fries.					 Adding extra cheese.							 Finished making your pizza!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simple while loop program</a:t>
            </a:r>
          </a:p>
          <a:p>
            <a:r>
              <a:rPr lang="en-US" dirty="0" err="1" smtClean="0"/>
              <a:t>current_number</a:t>
            </a:r>
            <a:r>
              <a:rPr lang="en-US" dirty="0" smtClean="0"/>
              <a:t> = 1						 while </a:t>
            </a:r>
            <a:r>
              <a:rPr lang="en-US" dirty="0" err="1" smtClean="0"/>
              <a:t>current_number</a:t>
            </a:r>
            <a:r>
              <a:rPr lang="en-US" dirty="0" smtClean="0"/>
              <a:t> &lt;= 5:			print(</a:t>
            </a:r>
            <a:r>
              <a:rPr lang="en-US" dirty="0" err="1" smtClean="0"/>
              <a:t>current_number</a:t>
            </a:r>
            <a:r>
              <a:rPr lang="en-US" dirty="0" smtClean="0"/>
              <a:t>)			</a:t>
            </a:r>
            <a:r>
              <a:rPr lang="en-US" dirty="0" err="1" smtClean="0"/>
              <a:t>current_number</a:t>
            </a:r>
            <a:r>
              <a:rPr lang="en-US" dirty="0" smtClean="0"/>
              <a:t> += 1</a:t>
            </a:r>
          </a:p>
          <a:p>
            <a:r>
              <a:rPr lang="en-US" dirty="0" smtClean="0"/>
              <a:t>1									 2									 3									 4									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break to Exit a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400" dirty="0" smtClean="0"/>
              <a:t>prompt = "\</a:t>
            </a:r>
            <a:r>
              <a:rPr lang="en-US" sz="2400" dirty="0" err="1" smtClean="0"/>
              <a:t>nPlease</a:t>
            </a:r>
            <a:r>
              <a:rPr lang="en-US" sz="2400" dirty="0" smtClean="0"/>
              <a:t> enter the name of a city you have visited:”	 prompt += "\n(Enter 'quit' when you are finished.) "</a:t>
            </a:r>
          </a:p>
          <a:p>
            <a:r>
              <a:rPr lang="en-US" dirty="0" smtClean="0"/>
              <a:t>while True:							city = input(prompt)						if city == 'quit‘:								break							else:										print("I'd love to go to " + </a:t>
            </a:r>
            <a:r>
              <a:rPr lang="en-US" dirty="0" err="1" smtClean="0"/>
              <a:t>city.title</a:t>
            </a:r>
            <a:r>
              <a:rPr lang="en-US" dirty="0" smtClean="0"/>
              <a:t>() + "!")</a:t>
            </a:r>
          </a:p>
          <a:p>
            <a:r>
              <a:rPr lang="en-US" sz="2000" dirty="0" smtClean="0"/>
              <a:t>Please enter the name of a city you have visited:				 (Enter 'quit' when you are finished.) </a:t>
            </a:r>
            <a:r>
              <a:rPr lang="en-US" sz="2000" b="1" dirty="0" smtClean="0"/>
              <a:t>San Francisco			 </a:t>
            </a:r>
            <a:r>
              <a:rPr lang="en-US" sz="2000" dirty="0" smtClean="0"/>
              <a:t>I'd love to go to San Francisco!	</a:t>
            </a:r>
          </a:p>
          <a:p>
            <a:r>
              <a:rPr lang="en-US" sz="2000" dirty="0" smtClean="0"/>
              <a:t> Please enter the name of a city you have visited:				 (Enter 'quit' when you are finished.) </a:t>
            </a:r>
            <a:r>
              <a:rPr lang="en-US" sz="2000" b="1" dirty="0" smtClean="0"/>
              <a:t>quit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continue in a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current_number</a:t>
            </a:r>
            <a:r>
              <a:rPr lang="en-US" dirty="0" smtClean="0"/>
              <a:t> = 0</a:t>
            </a:r>
          </a:p>
          <a:p>
            <a:r>
              <a:rPr lang="en-US" dirty="0" smtClean="0"/>
              <a:t>while </a:t>
            </a:r>
            <a:r>
              <a:rPr lang="en-US" dirty="0" err="1" smtClean="0"/>
              <a:t>current_number</a:t>
            </a:r>
            <a:r>
              <a:rPr lang="en-US" dirty="0" smtClean="0"/>
              <a:t> &lt; 10:				</a:t>
            </a:r>
            <a:r>
              <a:rPr lang="en-US" dirty="0" err="1" smtClean="0"/>
              <a:t>current_number</a:t>
            </a:r>
            <a:r>
              <a:rPr lang="en-US" dirty="0" smtClean="0"/>
              <a:t> += 1					</a:t>
            </a:r>
            <a:r>
              <a:rPr lang="en-US" smtClean="0"/>
              <a:t>	if </a:t>
            </a:r>
            <a:r>
              <a:rPr lang="en-US" dirty="0" err="1" smtClean="0"/>
              <a:t>current_number</a:t>
            </a:r>
            <a:r>
              <a:rPr lang="en-US" dirty="0" smtClean="0"/>
              <a:t> % 2 == 0:						continue			print(</a:t>
            </a:r>
            <a:r>
              <a:rPr lang="en-US" dirty="0" err="1" smtClean="0"/>
              <a:t>current_number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1									 3									 5									 7									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Using a while Loop with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000" dirty="0" smtClean="0"/>
              <a:t># Start with users that need to be verified,				 </a:t>
            </a:r>
            <a:r>
              <a:rPr lang="en-US" sz="2000" i="1" dirty="0" smtClean="0"/>
              <a:t># and an empty list to hold confirmed users.	 		 </a:t>
            </a:r>
            <a:r>
              <a:rPr lang="en-US" sz="2000" dirty="0" err="1" smtClean="0"/>
              <a:t>unconfirmed_users</a:t>
            </a:r>
            <a:r>
              <a:rPr lang="en-US" sz="2000" dirty="0" smtClean="0"/>
              <a:t> = ['</a:t>
            </a:r>
            <a:r>
              <a:rPr lang="en-US" sz="2000" dirty="0" err="1" smtClean="0"/>
              <a:t>alice</a:t>
            </a:r>
            <a:r>
              <a:rPr lang="en-US" sz="2000" dirty="0" smtClean="0"/>
              <a:t>', '</a:t>
            </a:r>
            <a:r>
              <a:rPr lang="en-US" sz="2000" dirty="0" err="1" smtClean="0"/>
              <a:t>brian</a:t>
            </a:r>
            <a:r>
              <a:rPr lang="en-US" sz="2000" dirty="0" smtClean="0"/>
              <a:t>', '</a:t>
            </a:r>
            <a:r>
              <a:rPr lang="en-US" sz="2000" dirty="0" err="1" smtClean="0"/>
              <a:t>candace</a:t>
            </a:r>
            <a:r>
              <a:rPr lang="en-US" sz="2000" dirty="0" smtClean="0"/>
              <a:t>‘]	 		 </a:t>
            </a:r>
            <a:r>
              <a:rPr lang="en-US" sz="2000" dirty="0" err="1" smtClean="0"/>
              <a:t>confirmed_users</a:t>
            </a:r>
            <a:r>
              <a:rPr lang="en-US" sz="2000" dirty="0" smtClean="0"/>
              <a:t> = [ ]						  	 # Verify each user until there are no more unconfirmed users.	  	 # Move each verified user into the list of confirmed users.	 	          while </a:t>
            </a:r>
            <a:r>
              <a:rPr lang="en-US" sz="2000" dirty="0" err="1" smtClean="0"/>
              <a:t>unconfirmed_users</a:t>
            </a:r>
            <a:r>
              <a:rPr lang="en-US" sz="2000" dirty="0" smtClean="0"/>
              <a:t>:					</a:t>
            </a:r>
            <a:r>
              <a:rPr lang="en-US" sz="2000" dirty="0" err="1" smtClean="0"/>
              <a:t>current_user</a:t>
            </a:r>
            <a:r>
              <a:rPr lang="en-US" sz="2000" dirty="0" smtClean="0"/>
              <a:t> = unconfirmed_users.pop()			print("Verifying user: " + </a:t>
            </a:r>
            <a:r>
              <a:rPr lang="en-US" sz="2000" dirty="0" err="1" smtClean="0"/>
              <a:t>current_user.title</a:t>
            </a:r>
            <a:r>
              <a:rPr lang="en-US" sz="2000" dirty="0" smtClean="0"/>
              <a:t>())	</a:t>
            </a:r>
            <a:r>
              <a:rPr lang="en-US" sz="2000" dirty="0" err="1" smtClean="0"/>
              <a:t>confirmed_users.append</a:t>
            </a:r>
            <a:r>
              <a:rPr lang="en-US" sz="2000" dirty="0" smtClean="0"/>
              <a:t>(</a:t>
            </a:r>
            <a:r>
              <a:rPr lang="en-US" sz="2000" dirty="0" err="1" smtClean="0"/>
              <a:t>current_user</a:t>
            </a:r>
            <a:r>
              <a:rPr lang="en-US" sz="2000" dirty="0" smtClean="0"/>
              <a:t>)			 	  # Display all confirmed users.				 	 print("\</a:t>
            </a:r>
            <a:r>
              <a:rPr lang="en-US" sz="2000" dirty="0" err="1" smtClean="0"/>
              <a:t>nThe</a:t>
            </a:r>
            <a:r>
              <a:rPr lang="en-US" sz="2000" dirty="0" smtClean="0"/>
              <a:t> following users have been confirmed:“)		 	 for </a:t>
            </a:r>
            <a:r>
              <a:rPr lang="en-US" sz="2000" dirty="0" err="1" smtClean="0"/>
              <a:t>confirmed_user</a:t>
            </a:r>
            <a:r>
              <a:rPr lang="en-US" sz="2000" dirty="0" smtClean="0"/>
              <a:t> in </a:t>
            </a:r>
            <a:r>
              <a:rPr lang="en-US" sz="2000" dirty="0" err="1" smtClean="0"/>
              <a:t>confirmed_users</a:t>
            </a:r>
            <a:r>
              <a:rPr lang="en-US" sz="2000" dirty="0" smtClean="0"/>
              <a:t>:			print(</a:t>
            </a:r>
            <a:r>
              <a:rPr lang="en-US" sz="2000" dirty="0" err="1" smtClean="0"/>
              <a:t>confirmed_user.title</a:t>
            </a:r>
            <a:r>
              <a:rPr lang="en-US" sz="2000" dirty="0" smtClean="0"/>
              <a:t>())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Using a while Loop with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Verifying user: Candace				 Verifying user: Brian					 Verifying user: Alice						 The following users have been confirmed:		 Candace								 Brian								 Alice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Removing All Instances of Specific Values from a List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pets = ['dog', 'cat', 'dog', 'goldfish', 'cat', 'rabbit', 'cat‘]	 print(pets)								 while 'cat' in pets:				</a:t>
            </a:r>
            <a:r>
              <a:rPr lang="en-US" dirty="0" err="1" smtClean="0"/>
              <a:t>pets.remove</a:t>
            </a:r>
            <a:r>
              <a:rPr lang="en-US" dirty="0" smtClean="0"/>
              <a:t>('cat‘)						 print(pets)</a:t>
            </a:r>
          </a:p>
          <a:p>
            <a:endParaRPr lang="en-US" dirty="0" smtClean="0"/>
          </a:p>
          <a:p>
            <a:r>
              <a:rPr lang="en-US" dirty="0" smtClean="0"/>
              <a:t>['dog', 'cat', 'dog', 'goldfish', 'cat', 'rabbit', 'cat‘]		 ['dog', 'dog', 'goldfish', 'rabbit']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Nested Loop with List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num_list</a:t>
            </a:r>
            <a:r>
              <a:rPr lang="en-US" dirty="0" smtClean="0"/>
              <a:t> = [1, 2, 3]</a:t>
            </a:r>
            <a:br>
              <a:rPr lang="en-US" dirty="0" smtClean="0"/>
            </a:br>
            <a:r>
              <a:rPr lang="en-US" dirty="0" err="1" smtClean="0"/>
              <a:t>alpha_list</a:t>
            </a:r>
            <a:r>
              <a:rPr lang="en-US" dirty="0" smtClean="0"/>
              <a:t> = [</a:t>
            </a:r>
            <a:r>
              <a:rPr lang="en-US" b="1" dirty="0" smtClean="0"/>
              <a:t>'a'</a:t>
            </a:r>
            <a:r>
              <a:rPr lang="en-US" dirty="0" smtClean="0"/>
              <a:t>, </a:t>
            </a:r>
            <a:r>
              <a:rPr lang="en-US" b="1" dirty="0" smtClean="0"/>
              <a:t>'b'</a:t>
            </a:r>
            <a:r>
              <a:rPr lang="en-US" dirty="0" smtClean="0"/>
              <a:t>, </a:t>
            </a:r>
            <a:r>
              <a:rPr lang="en-US" b="1" dirty="0" smtClean="0"/>
              <a:t>'c'</a:t>
            </a:r>
            <a:r>
              <a:rPr lang="en-US" dirty="0" smtClean="0"/>
              <a:t>]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number in </a:t>
            </a:r>
            <a:r>
              <a:rPr lang="en-US" dirty="0" err="1" smtClean="0"/>
              <a:t>num_list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print(number)</a:t>
            </a:r>
            <a:br>
              <a:rPr lang="en-US" dirty="0" smtClean="0"/>
            </a:br>
            <a:r>
              <a:rPr lang="en-US" dirty="0" smtClean="0"/>
              <a:t>    for letter in </a:t>
            </a:r>
            <a:r>
              <a:rPr lang="en-US" dirty="0" err="1" smtClean="0"/>
              <a:t>alpha_list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      print(letter)</a:t>
            </a:r>
          </a:p>
          <a:p>
            <a:endParaRPr lang="pt-BR" dirty="0" smtClean="0"/>
          </a:p>
          <a:p>
            <a:r>
              <a:rPr lang="pt-BR" dirty="0" smtClean="0"/>
              <a:t>1 a b c 2 a b c 3 a b 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Two </a:t>
            </a:r>
            <a:r>
              <a:rPr lang="en-US" b="1" dirty="0" err="1" smtClean="0"/>
              <a:t>Dimentional</a:t>
            </a:r>
            <a:r>
              <a:rPr lang="en-US" b="1" dirty="0" smtClean="0"/>
              <a:t> List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list_of_lists</a:t>
            </a:r>
            <a:r>
              <a:rPr lang="en-US" sz="2400" dirty="0" smtClean="0"/>
              <a:t> = [['hammerhead', 'great white', 'dogfish'],[0, 1, 2],[9.9, 8.8, 7.7]] 		</a:t>
            </a:r>
          </a:p>
          <a:p>
            <a:pPr>
              <a:buNone/>
            </a:pPr>
            <a:r>
              <a:rPr lang="en-US" sz="2400" dirty="0" smtClean="0"/>
              <a:t>		 </a:t>
            </a:r>
          </a:p>
          <a:p>
            <a:r>
              <a:rPr lang="en-US" dirty="0" smtClean="0"/>
              <a:t>for list in </a:t>
            </a:r>
            <a:r>
              <a:rPr lang="en-US" dirty="0" err="1" smtClean="0"/>
              <a:t>list_of_lists</a:t>
            </a:r>
            <a:r>
              <a:rPr lang="en-US" dirty="0" smtClean="0"/>
              <a:t>: 					print(list)</a:t>
            </a:r>
          </a:p>
          <a:p>
            <a:endParaRPr lang="en-US" dirty="0" smtClean="0"/>
          </a:p>
          <a:p>
            <a:r>
              <a:rPr lang="en-US" dirty="0" smtClean="0"/>
              <a:t>['hammerhead', 'great white', 'dogfish'] 			 [0, 1, 2] 								 [9.9, 8.8, 7.7]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Two </a:t>
            </a:r>
            <a:r>
              <a:rPr lang="en-US" b="1" dirty="0" err="1" smtClean="0"/>
              <a:t>Dimentional</a:t>
            </a:r>
            <a:r>
              <a:rPr lang="en-US" b="1" dirty="0" smtClean="0"/>
              <a:t>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err="1" smtClean="0"/>
              <a:t>list_of_lists</a:t>
            </a:r>
            <a:r>
              <a:rPr lang="en-US" dirty="0" smtClean="0"/>
              <a:t> = [['hammerhead', 'great white', 'dogfish'],[0, 1, 2],[9.9, 8.8, 7.7]] 	</a:t>
            </a:r>
          </a:p>
          <a:p>
            <a:r>
              <a:rPr lang="en-US" dirty="0" smtClean="0"/>
              <a:t>for list in </a:t>
            </a:r>
            <a:r>
              <a:rPr lang="en-US" dirty="0" err="1" smtClean="0"/>
              <a:t>list_of_lists</a:t>
            </a:r>
            <a:r>
              <a:rPr lang="en-US" dirty="0" smtClean="0"/>
              <a:t>: 						for item in list: 								print(item)</a:t>
            </a:r>
          </a:p>
          <a:p>
            <a:r>
              <a:rPr lang="en-US" sz="2400" dirty="0" smtClean="0"/>
              <a:t>hammerhead 							 great white 							 	 dogfish 								 0 									 1 									 2 									 </a:t>
            </a:r>
            <a:r>
              <a:rPr lang="en-US" sz="2000" dirty="0" smtClean="0"/>
              <a:t>9.9									 8.8  									 7.7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Two </a:t>
            </a:r>
            <a:r>
              <a:rPr lang="en-US" b="1" dirty="0" err="1" smtClean="0"/>
              <a:t>Dimentional</a:t>
            </a:r>
            <a:r>
              <a:rPr lang="en-US" b="1" dirty="0" smtClean="0"/>
              <a:t>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sz="2400" dirty="0" smtClean="0"/>
              <a:t>words = 'The quick brown fox jumps over the lazy </a:t>
            </a:r>
            <a:r>
              <a:rPr lang="en-US" sz="2400" dirty="0" err="1" smtClean="0"/>
              <a:t>dog'.split</a:t>
            </a:r>
            <a:r>
              <a:rPr lang="en-US" sz="2400" dirty="0" smtClean="0"/>
              <a:t>()</a:t>
            </a:r>
            <a:br>
              <a:rPr lang="en-US" sz="2400" dirty="0" smtClean="0"/>
            </a:br>
            <a:r>
              <a:rPr lang="en-US" dirty="0" smtClean="0"/>
              <a:t>print(words)</a:t>
            </a:r>
          </a:p>
          <a:p>
            <a:r>
              <a:rPr lang="en-US" sz="2400" dirty="0" smtClean="0"/>
              <a:t>['The', 'quick', 'brown', 'fox', 'jumps', 'over', 'the', 'lazy', 'dog']</a:t>
            </a:r>
          </a:p>
          <a:p>
            <a:r>
              <a:rPr lang="en-US" dirty="0" smtClean="0"/>
              <a:t>stuff = [[</a:t>
            </a:r>
            <a:r>
              <a:rPr lang="en-US" dirty="0" err="1" smtClean="0"/>
              <a:t>w.upper</a:t>
            </a:r>
            <a:r>
              <a:rPr lang="en-US" dirty="0" smtClean="0"/>
              <a:t>(), </a:t>
            </a:r>
            <a:r>
              <a:rPr lang="en-US" dirty="0" err="1" smtClean="0"/>
              <a:t>w.lower</a:t>
            </a:r>
            <a:r>
              <a:rPr lang="en-US" dirty="0" smtClean="0"/>
              <a:t>(), </a:t>
            </a:r>
            <a:r>
              <a:rPr lang="en-US" dirty="0" err="1" smtClean="0"/>
              <a:t>len</a:t>
            </a:r>
            <a:r>
              <a:rPr lang="en-US" dirty="0" smtClean="0"/>
              <a:t>(w)] for w in words]</a:t>
            </a:r>
            <a:br>
              <a:rPr lang="en-US" dirty="0" smtClean="0"/>
            </a:br>
            <a:r>
              <a:rPr lang="en-US" dirty="0" smtClean="0"/>
              <a:t>for </a:t>
            </a:r>
            <a:r>
              <a:rPr lang="en-US" dirty="0" err="1" smtClean="0"/>
              <a:t>i</a:t>
            </a:r>
            <a:r>
              <a:rPr lang="en-US" dirty="0" smtClean="0"/>
              <a:t> in stuff:							print(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sz="2000" dirty="0" smtClean="0"/>
              <a:t>['THE', 'the', 3]</a:t>
            </a:r>
            <a:br>
              <a:rPr lang="en-US" sz="2000" dirty="0" smtClean="0"/>
            </a:br>
            <a:r>
              <a:rPr lang="en-US" sz="2000" dirty="0" smtClean="0"/>
              <a:t>['QUICK', 'quick', 5]</a:t>
            </a:r>
            <a:br>
              <a:rPr lang="en-US" sz="2000" dirty="0" smtClean="0"/>
            </a:br>
            <a:r>
              <a:rPr lang="en-US" sz="2000" dirty="0" smtClean="0"/>
              <a:t>['BROWN', 'brown', 5]</a:t>
            </a:r>
            <a:br>
              <a:rPr lang="en-US" sz="2000" dirty="0" smtClean="0"/>
            </a:br>
            <a:r>
              <a:rPr lang="en-US" sz="2000" dirty="0" smtClean="0"/>
              <a:t>['FOX', 'fox', 3]</a:t>
            </a:r>
            <a:br>
              <a:rPr lang="en-US" sz="2000" dirty="0" smtClean="0"/>
            </a:br>
            <a:r>
              <a:rPr lang="en-US" sz="2000" dirty="0" smtClean="0"/>
              <a:t>['JUMPS', 'jumps', 5]</a:t>
            </a:r>
            <a:br>
              <a:rPr lang="en-US" sz="2000" dirty="0" smtClean="0"/>
            </a:br>
            <a:r>
              <a:rPr lang="en-US" sz="2000" dirty="0" smtClean="0"/>
              <a:t>['OVER', 'over', 4]</a:t>
            </a:r>
            <a:br>
              <a:rPr lang="en-US" sz="2000" dirty="0" smtClean="0"/>
            </a:br>
            <a:r>
              <a:rPr lang="en-US" sz="2000" dirty="0" smtClean="0"/>
              <a:t>['THE', 'the', 3]</a:t>
            </a:r>
            <a:br>
              <a:rPr lang="en-US" sz="2000" dirty="0" smtClean="0"/>
            </a:br>
            <a:r>
              <a:rPr lang="en-US" sz="2000" dirty="0" smtClean="0"/>
              <a:t>['LAZY', 'lazy', 4]</a:t>
            </a:r>
            <a:br>
              <a:rPr lang="en-US" sz="2000" dirty="0" smtClean="0"/>
            </a:br>
            <a:r>
              <a:rPr lang="en-US" sz="2000" dirty="0" smtClean="0"/>
              <a:t>['DOG', 'dog', 3]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Tuples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Lists work well for storing sets of items that can change throughout the life of a program.</a:t>
            </a:r>
          </a:p>
          <a:p>
            <a:endParaRPr lang="en-US" dirty="0" smtClean="0"/>
          </a:p>
          <a:p>
            <a:r>
              <a:rPr lang="en-US" dirty="0" smtClean="0"/>
              <a:t>However, sometimes you’ll want to create a list of items that cannot change.</a:t>
            </a:r>
          </a:p>
          <a:p>
            <a:endParaRPr lang="en-US" dirty="0" smtClean="0"/>
          </a:p>
          <a:p>
            <a:r>
              <a:rPr lang="en-US" dirty="0" err="1" smtClean="0"/>
              <a:t>Tuples</a:t>
            </a:r>
            <a:r>
              <a:rPr lang="en-US" dirty="0" smtClean="0"/>
              <a:t> allow you to do just that. Python refers to values that cannot change as </a:t>
            </a:r>
            <a:r>
              <a:rPr lang="en-US" i="1" dirty="0" smtClean="0"/>
              <a:t>immutable, </a:t>
            </a:r>
            <a:r>
              <a:rPr lang="en-US" dirty="0" smtClean="0"/>
              <a:t>and an immutable list is called a </a:t>
            </a:r>
            <a:r>
              <a:rPr lang="en-US" i="1" dirty="0" err="1" smtClean="0"/>
              <a:t>tuple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Defining a </a:t>
            </a:r>
            <a:r>
              <a:rPr lang="en-US" b="1" i="1" dirty="0" err="1" smtClean="0"/>
              <a:t>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tuple</a:t>
            </a:r>
            <a:r>
              <a:rPr lang="en-US" dirty="0" smtClean="0"/>
              <a:t> looks just like a list except you use parentheses instead of square brackets.</a:t>
            </a:r>
          </a:p>
          <a:p>
            <a:r>
              <a:rPr lang="en-US" dirty="0" smtClean="0"/>
              <a:t>Once you define a </a:t>
            </a:r>
            <a:r>
              <a:rPr lang="en-US" dirty="0" err="1" smtClean="0"/>
              <a:t>tuple</a:t>
            </a:r>
            <a:r>
              <a:rPr lang="en-US" dirty="0" smtClean="0"/>
              <a:t>, you can access individual elements by using each item’s index, just as you would for a list.</a:t>
            </a:r>
          </a:p>
          <a:p>
            <a:r>
              <a:rPr lang="en-US" dirty="0" smtClean="0"/>
              <a:t>dimensions = (200, 50)				 print(dimensions)			 print(dimensions[0])				 print(dimensions[1])</a:t>
            </a:r>
          </a:p>
          <a:p>
            <a:r>
              <a:rPr lang="en-US" dirty="0" smtClean="0"/>
              <a:t>(200, 50)								 200									 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 Changing Item in </a:t>
            </a:r>
            <a:r>
              <a:rPr lang="en-US" sz="3600" dirty="0" err="1" smtClean="0"/>
              <a:t>Tuple</a:t>
            </a:r>
            <a:r>
              <a:rPr lang="en-US" sz="3600" dirty="0" smtClean="0"/>
              <a:t> returns Error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dimensions = (200, 50)				 dimensions[0] = 250</a:t>
            </a:r>
          </a:p>
          <a:p>
            <a:r>
              <a:rPr lang="en-US" dirty="0" smtClean="0"/>
              <a:t>The code tries to change the value of the first dimension, but Python returns a </a:t>
            </a:r>
            <a:r>
              <a:rPr lang="en-US" i="1" dirty="0" smtClean="0"/>
              <a:t>type error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Traceback</a:t>
            </a:r>
            <a:r>
              <a:rPr lang="en-US" dirty="0" smtClean="0"/>
              <a:t> (most recent call last):				 File "dimensions.py", line 3, in &lt;module&gt;	dimensions[0] = 250				 </a:t>
            </a:r>
            <a:r>
              <a:rPr lang="en-US" sz="2400" dirty="0" err="1" smtClean="0"/>
              <a:t>TypeError</a:t>
            </a:r>
            <a:r>
              <a:rPr lang="en-US" sz="2400" dirty="0" smtClean="0"/>
              <a:t>: '</a:t>
            </a:r>
            <a:r>
              <a:rPr lang="en-US" sz="2400" dirty="0" err="1" smtClean="0"/>
              <a:t>tuple</a:t>
            </a:r>
            <a:r>
              <a:rPr lang="en-US" sz="2400" dirty="0" smtClean="0"/>
              <a:t>' object does not support item assignment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Looping Through All Values in a </a:t>
            </a:r>
            <a:r>
              <a:rPr lang="en-US" sz="3600" b="1" i="1" dirty="0" err="1" smtClean="0"/>
              <a:t>Tuple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loop over all the values in a </a:t>
            </a:r>
            <a:r>
              <a:rPr lang="en-US" dirty="0" err="1" smtClean="0"/>
              <a:t>tuple</a:t>
            </a:r>
            <a:r>
              <a:rPr lang="en-US" dirty="0" smtClean="0"/>
              <a:t> using a for loop, just as you did with a list:</a:t>
            </a:r>
          </a:p>
          <a:p>
            <a:r>
              <a:rPr lang="en-US" dirty="0" smtClean="0"/>
              <a:t>dimensions = (200, 50)						 for dimension in dimensions:			print(dimension)</a:t>
            </a:r>
          </a:p>
          <a:p>
            <a:r>
              <a:rPr lang="en-US" dirty="0" smtClean="0"/>
              <a:t>Python returns all the elements in the </a:t>
            </a:r>
            <a:r>
              <a:rPr lang="en-US" dirty="0" err="1" smtClean="0"/>
              <a:t>tuple</a:t>
            </a:r>
            <a:r>
              <a:rPr lang="en-US" dirty="0" smtClean="0"/>
              <a:t>, just as it would for a list:</a:t>
            </a:r>
          </a:p>
          <a:p>
            <a:r>
              <a:rPr lang="en-US" dirty="0" smtClean="0"/>
              <a:t>200</a:t>
            </a:r>
          </a:p>
          <a:p>
            <a:pPr>
              <a:buNone/>
            </a:pPr>
            <a:r>
              <a:rPr lang="en-US" dirty="0" smtClean="0"/>
              <a:t>	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Writing over a </a:t>
            </a:r>
            <a:r>
              <a:rPr lang="en-US" b="1" i="1" dirty="0" err="1" smtClean="0"/>
              <a:t>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Although you can’t modify a </a:t>
            </a:r>
            <a:r>
              <a:rPr lang="en-US" dirty="0" err="1" smtClean="0"/>
              <a:t>tuple</a:t>
            </a:r>
            <a:r>
              <a:rPr lang="en-US" dirty="0" smtClean="0"/>
              <a:t>, you can assign a new value to a variable that holds a </a:t>
            </a:r>
            <a:r>
              <a:rPr lang="en-US" dirty="0" err="1" smtClean="0"/>
              <a:t>tuple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 if we wanted to change our dimensions, we could redefine the entire </a:t>
            </a:r>
            <a:r>
              <a:rPr lang="en-US" dirty="0" err="1" smtClean="0"/>
              <a:t>tuple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dimensions = (200, 50)				 </a:t>
            </a:r>
            <a:r>
              <a:rPr lang="en-US" dirty="0" smtClean="0"/>
              <a:t>print("Original dimensions:“)					 for dimension in dimensions:			print(dimension)					 </a:t>
            </a:r>
            <a:r>
              <a:rPr lang="en-US" b="1" dirty="0" smtClean="0"/>
              <a:t>dimensions = (400, 100)			 </a:t>
            </a:r>
            <a:r>
              <a:rPr lang="en-US" dirty="0" smtClean="0"/>
              <a:t>print("Modified dimensions:“)				 for dimension in dimensions:			print(dimension)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Writing over a </a:t>
            </a:r>
            <a:r>
              <a:rPr lang="en-US" b="1" i="1" smtClean="0"/>
              <a:t>Tuple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Original dimensions:					  	 200								 	 50							 	 Modified dimensions:						 400								 	 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ASPOLLED" val="21DA32E7339E4201ADD21E4FFF7577A6"/>
  <p:tag name="TPVERSION" val="5"/>
  <p:tag name="TPFULLVERSION" val="5.2.0.3121"/>
  <p:tag name="PPTVERSION" val="14"/>
  <p:tag name="TPOS" val="2"/>
</p:tagLst>
</file>

<file path=ppt/theme/theme1.xml><?xml version="1.0" encoding="utf-8"?>
<a:theme xmlns:a="http://schemas.openxmlformats.org/drawingml/2006/main" name="prolog">
  <a:themeElements>
    <a:clrScheme name="">
      <a:dk1>
        <a:srgbClr val="000000"/>
      </a:dk1>
      <a:lt1>
        <a:srgbClr val="FFFFFF"/>
      </a:lt1>
      <a:dk2>
        <a:srgbClr val="FF0000"/>
      </a:dk2>
      <a:lt2>
        <a:srgbClr val="804000"/>
      </a:lt2>
      <a:accent1>
        <a:srgbClr val="007F00"/>
      </a:accent1>
      <a:accent2>
        <a:srgbClr val="3300FF"/>
      </a:accent2>
      <a:accent3>
        <a:srgbClr val="FFFFFF"/>
      </a:accent3>
      <a:accent4>
        <a:srgbClr val="000000"/>
      </a:accent4>
      <a:accent5>
        <a:srgbClr val="AAC0AA"/>
      </a:accent5>
      <a:accent6>
        <a:srgbClr val="2D00E7"/>
      </a:accent6>
      <a:hlink>
        <a:srgbClr val="BF00FF"/>
      </a:hlink>
      <a:folHlink>
        <a:srgbClr val="0073D9"/>
      </a:folHlink>
    </a:clrScheme>
    <a:fontScheme name="prolo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prolo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8">
        <a:dk1>
          <a:srgbClr val="000000"/>
        </a:dk1>
        <a:lt1>
          <a:srgbClr val="FFFFFF"/>
        </a:lt1>
        <a:dk2>
          <a:srgbClr val="FF0000"/>
        </a:dk2>
        <a:lt2>
          <a:srgbClr val="FF9900"/>
        </a:lt2>
        <a:accent1>
          <a:srgbClr val="0099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5C2D"/>
        </a:accent6>
        <a:hlink>
          <a:srgbClr val="CC00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Hunk:Applications:Microsoft Office 2004:Templates:My Templates:prolog.pot</Template>
  <TotalTime>4526</TotalTime>
  <Words>2115</Words>
  <Application>Microsoft Office PowerPoint</Application>
  <PresentationFormat>On-screen Show (4:3)</PresentationFormat>
  <Paragraphs>339</Paragraphs>
  <Slides>57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prolog</vt:lpstr>
      <vt:lpstr>Internet Of Things – Python Programming</vt:lpstr>
      <vt:lpstr>Looping Through an Entire List</vt:lpstr>
      <vt:lpstr>Looping Through an Entire List</vt:lpstr>
      <vt:lpstr>Doing More Work Within a for Loop</vt:lpstr>
      <vt:lpstr>Doing More Work Within a for Loop</vt:lpstr>
      <vt:lpstr>Doing Something After a for Loop</vt:lpstr>
      <vt:lpstr>Doing Something After a for Loop</vt:lpstr>
      <vt:lpstr>Avoiding Indentation Errors</vt:lpstr>
      <vt:lpstr>Forgetting to Indent</vt:lpstr>
      <vt:lpstr>Forgetting to Indent Additional Lines</vt:lpstr>
      <vt:lpstr>Forgetting to Indent Additional Lines</vt:lpstr>
      <vt:lpstr>Indenting Unnecessarily</vt:lpstr>
      <vt:lpstr>Indenting Unnecessarily After the Loop</vt:lpstr>
      <vt:lpstr>Indenting Unnecessarily After the Loop</vt:lpstr>
      <vt:lpstr>Forgetting the Colon</vt:lpstr>
      <vt:lpstr>Making Numerical Lists</vt:lpstr>
      <vt:lpstr>Using the range() Function</vt:lpstr>
      <vt:lpstr>Using range() to Make a List of Numbers</vt:lpstr>
      <vt:lpstr>Using range() to Make a List of Numbers</vt:lpstr>
      <vt:lpstr>Using range() to Make a List of Numbers</vt:lpstr>
      <vt:lpstr>Using range() to Make a List of Numbers</vt:lpstr>
      <vt:lpstr>Simple Statistics with a List of Numbers</vt:lpstr>
      <vt:lpstr>List Comprehensions</vt:lpstr>
      <vt:lpstr>List Comprehensions</vt:lpstr>
      <vt:lpstr>Working with Part of a List</vt:lpstr>
      <vt:lpstr>Working with Part of a List</vt:lpstr>
      <vt:lpstr>Looping Through a Slice</vt:lpstr>
      <vt:lpstr>Copying a List</vt:lpstr>
      <vt:lpstr>Append a Copied List</vt:lpstr>
      <vt:lpstr>Copy a list without using a Slice</vt:lpstr>
      <vt:lpstr>Using if else statement with List</vt:lpstr>
      <vt:lpstr>Using and to Check Multiple Numerical Conditions</vt:lpstr>
      <vt:lpstr>Using or to Check Multiple Conditions</vt:lpstr>
      <vt:lpstr>Checking Whether a Value Is in a List</vt:lpstr>
      <vt:lpstr>The if-elif-else Chain</vt:lpstr>
      <vt:lpstr>Testing Multiple Conditions</vt:lpstr>
      <vt:lpstr>Testing Multiple Conditions</vt:lpstr>
      <vt:lpstr>Checking for Special Items in List</vt:lpstr>
      <vt:lpstr>Checking for Special Items in List</vt:lpstr>
      <vt:lpstr>Checking That a List Is Not Empty</vt:lpstr>
      <vt:lpstr>Using Multiple Lists</vt:lpstr>
      <vt:lpstr>Using while loop</vt:lpstr>
      <vt:lpstr>Using break to Exit a Loop</vt:lpstr>
      <vt:lpstr>Using continue in a Loop</vt:lpstr>
      <vt:lpstr>Using a while Loop with Lists</vt:lpstr>
      <vt:lpstr>Using a while Loop with Lists</vt:lpstr>
      <vt:lpstr>Removing All Instances of Specific Values from a List</vt:lpstr>
      <vt:lpstr>Nested Loop with List</vt:lpstr>
      <vt:lpstr>Two Dimentional List</vt:lpstr>
      <vt:lpstr>Two Dimentional List</vt:lpstr>
      <vt:lpstr>Two Dimentional List</vt:lpstr>
      <vt:lpstr>Tuples</vt:lpstr>
      <vt:lpstr>Defining a Tuple</vt:lpstr>
      <vt:lpstr> Changing Item in Tuple returns Error</vt:lpstr>
      <vt:lpstr>Looping Through All Values in a Tuple</vt:lpstr>
      <vt:lpstr>Writing over a Tuple</vt:lpstr>
      <vt:lpstr>Writing over a Tuple</vt:lpstr>
    </vt:vector>
  </TitlesOfParts>
  <Company>House of Chaos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</dc:title>
  <dc:creator>Dave Matuszek</dc:creator>
  <cp:lastModifiedBy>a.mian</cp:lastModifiedBy>
  <cp:revision>584</cp:revision>
  <dcterms:created xsi:type="dcterms:W3CDTF">2005-10-18T13:18:42Z</dcterms:created>
  <dcterms:modified xsi:type="dcterms:W3CDTF">2022-04-04T07:45:53Z</dcterms:modified>
</cp:coreProperties>
</file>
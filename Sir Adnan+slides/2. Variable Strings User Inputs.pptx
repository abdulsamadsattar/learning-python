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tags/tag1.xml" ContentType="application/vnd.openxmlformats-officedocument.presentationml.tags+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slideLayouts/slideLayout1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63" r:id="rId1"/>
  </p:sldMasterIdLst>
  <p:notesMasterIdLst>
    <p:notesMasterId r:id="rId55"/>
  </p:notesMasterIdLst>
  <p:handoutMasterIdLst>
    <p:handoutMasterId r:id="rId56"/>
  </p:handoutMasterIdLst>
  <p:sldIdLst>
    <p:sldId id="382" r:id="rId2"/>
    <p:sldId id="311" r:id="rId3"/>
    <p:sldId id="337" r:id="rId4"/>
    <p:sldId id="338" r:id="rId5"/>
    <p:sldId id="339" r:id="rId6"/>
    <p:sldId id="347" r:id="rId7"/>
    <p:sldId id="340" r:id="rId8"/>
    <p:sldId id="341" r:id="rId9"/>
    <p:sldId id="336" r:id="rId10"/>
    <p:sldId id="342" r:id="rId11"/>
    <p:sldId id="330" r:id="rId12"/>
    <p:sldId id="331" r:id="rId13"/>
    <p:sldId id="332" r:id="rId14"/>
    <p:sldId id="333" r:id="rId15"/>
    <p:sldId id="313" r:id="rId16"/>
    <p:sldId id="314" r:id="rId17"/>
    <p:sldId id="316" r:id="rId18"/>
    <p:sldId id="334" r:id="rId19"/>
    <p:sldId id="335" r:id="rId20"/>
    <p:sldId id="348" r:id="rId21"/>
    <p:sldId id="349" r:id="rId22"/>
    <p:sldId id="359" r:id="rId23"/>
    <p:sldId id="360" r:id="rId24"/>
    <p:sldId id="362" r:id="rId25"/>
    <p:sldId id="363" r:id="rId26"/>
    <p:sldId id="364" r:id="rId27"/>
    <p:sldId id="365" r:id="rId28"/>
    <p:sldId id="366" r:id="rId29"/>
    <p:sldId id="367" r:id="rId30"/>
    <p:sldId id="368" r:id="rId31"/>
    <p:sldId id="369" r:id="rId32"/>
    <p:sldId id="370" r:id="rId33"/>
    <p:sldId id="371" r:id="rId34"/>
    <p:sldId id="372" r:id="rId35"/>
    <p:sldId id="373" r:id="rId36"/>
    <p:sldId id="374" r:id="rId37"/>
    <p:sldId id="375" r:id="rId38"/>
    <p:sldId id="376" r:id="rId39"/>
    <p:sldId id="377" r:id="rId40"/>
    <p:sldId id="350" r:id="rId41"/>
    <p:sldId id="351" r:id="rId42"/>
    <p:sldId id="352" r:id="rId43"/>
    <p:sldId id="353" r:id="rId44"/>
    <p:sldId id="354" r:id="rId45"/>
    <p:sldId id="355" r:id="rId46"/>
    <p:sldId id="356" r:id="rId47"/>
    <p:sldId id="357" r:id="rId48"/>
    <p:sldId id="315" r:id="rId49"/>
    <p:sldId id="358" r:id="rId50"/>
    <p:sldId id="378" r:id="rId51"/>
    <p:sldId id="379" r:id="rId52"/>
    <p:sldId id="380" r:id="rId53"/>
    <p:sldId id="381" r:id="rId54"/>
  </p:sldIdLst>
  <p:sldSz cx="9144000" cy="6858000" type="screen4x3"/>
  <p:notesSz cx="6858000" cy="9144000"/>
  <p:custDataLst>
    <p:tags r:id="rId57"/>
  </p:custDataLst>
  <p:defaultTextStyle>
    <a:defPPr>
      <a:defRPr lang="en-US"/>
    </a:defPPr>
    <a:lvl1pPr algn="l" rtl="0" eaLnBrk="0" fontAlgn="base" hangingPunct="0">
      <a:spcBef>
        <a:spcPct val="0"/>
      </a:spcBef>
      <a:spcAft>
        <a:spcPct val="0"/>
      </a:spcAft>
      <a:defRPr sz="2400" kern="1200">
        <a:solidFill>
          <a:schemeClr val="tx1"/>
        </a:solidFill>
        <a:latin typeface="Times" pitchFamily="123" charset="0"/>
        <a:ea typeface="MS PGothic" pitchFamily="34" charset="-128"/>
        <a:cs typeface="+mn-cs"/>
      </a:defRPr>
    </a:lvl1pPr>
    <a:lvl2pPr marL="457200" algn="l" rtl="0" eaLnBrk="0" fontAlgn="base" hangingPunct="0">
      <a:spcBef>
        <a:spcPct val="0"/>
      </a:spcBef>
      <a:spcAft>
        <a:spcPct val="0"/>
      </a:spcAft>
      <a:defRPr sz="2400" kern="1200">
        <a:solidFill>
          <a:schemeClr val="tx1"/>
        </a:solidFill>
        <a:latin typeface="Times" pitchFamily="123" charset="0"/>
        <a:ea typeface="MS PGothic" pitchFamily="34" charset="-128"/>
        <a:cs typeface="+mn-cs"/>
      </a:defRPr>
    </a:lvl2pPr>
    <a:lvl3pPr marL="914400" algn="l" rtl="0" eaLnBrk="0" fontAlgn="base" hangingPunct="0">
      <a:spcBef>
        <a:spcPct val="0"/>
      </a:spcBef>
      <a:spcAft>
        <a:spcPct val="0"/>
      </a:spcAft>
      <a:defRPr sz="2400" kern="1200">
        <a:solidFill>
          <a:schemeClr val="tx1"/>
        </a:solidFill>
        <a:latin typeface="Times" pitchFamily="123" charset="0"/>
        <a:ea typeface="MS PGothic" pitchFamily="34" charset="-128"/>
        <a:cs typeface="+mn-cs"/>
      </a:defRPr>
    </a:lvl3pPr>
    <a:lvl4pPr marL="1371600" algn="l" rtl="0" eaLnBrk="0" fontAlgn="base" hangingPunct="0">
      <a:spcBef>
        <a:spcPct val="0"/>
      </a:spcBef>
      <a:spcAft>
        <a:spcPct val="0"/>
      </a:spcAft>
      <a:defRPr sz="2400" kern="1200">
        <a:solidFill>
          <a:schemeClr val="tx1"/>
        </a:solidFill>
        <a:latin typeface="Times" pitchFamily="123" charset="0"/>
        <a:ea typeface="MS PGothic" pitchFamily="34" charset="-128"/>
        <a:cs typeface="+mn-cs"/>
      </a:defRPr>
    </a:lvl4pPr>
    <a:lvl5pPr marL="1828800" algn="l" rtl="0" eaLnBrk="0" fontAlgn="base" hangingPunct="0">
      <a:spcBef>
        <a:spcPct val="0"/>
      </a:spcBef>
      <a:spcAft>
        <a:spcPct val="0"/>
      </a:spcAft>
      <a:defRPr sz="2400" kern="1200">
        <a:solidFill>
          <a:schemeClr val="tx1"/>
        </a:solidFill>
        <a:latin typeface="Times" pitchFamily="123" charset="0"/>
        <a:ea typeface="MS PGothic" pitchFamily="34" charset="-128"/>
        <a:cs typeface="+mn-cs"/>
      </a:defRPr>
    </a:lvl5pPr>
    <a:lvl6pPr marL="2286000" algn="l" defTabSz="914400" rtl="0" eaLnBrk="1" latinLnBrk="0" hangingPunct="1">
      <a:defRPr sz="2400" kern="1200">
        <a:solidFill>
          <a:schemeClr val="tx1"/>
        </a:solidFill>
        <a:latin typeface="Times" pitchFamily="123" charset="0"/>
        <a:ea typeface="MS PGothic" pitchFamily="34" charset="-128"/>
        <a:cs typeface="+mn-cs"/>
      </a:defRPr>
    </a:lvl6pPr>
    <a:lvl7pPr marL="2743200" algn="l" defTabSz="914400" rtl="0" eaLnBrk="1" latinLnBrk="0" hangingPunct="1">
      <a:defRPr sz="2400" kern="1200">
        <a:solidFill>
          <a:schemeClr val="tx1"/>
        </a:solidFill>
        <a:latin typeface="Times" pitchFamily="123" charset="0"/>
        <a:ea typeface="MS PGothic" pitchFamily="34" charset="-128"/>
        <a:cs typeface="+mn-cs"/>
      </a:defRPr>
    </a:lvl7pPr>
    <a:lvl8pPr marL="3200400" algn="l" defTabSz="914400" rtl="0" eaLnBrk="1" latinLnBrk="0" hangingPunct="1">
      <a:defRPr sz="2400" kern="1200">
        <a:solidFill>
          <a:schemeClr val="tx1"/>
        </a:solidFill>
        <a:latin typeface="Times" pitchFamily="123" charset="0"/>
        <a:ea typeface="MS PGothic" pitchFamily="34" charset="-128"/>
        <a:cs typeface="+mn-cs"/>
      </a:defRPr>
    </a:lvl8pPr>
    <a:lvl9pPr marL="3657600" algn="l" defTabSz="914400" rtl="0" eaLnBrk="1" latinLnBrk="0" hangingPunct="1">
      <a:defRPr sz="2400" kern="1200">
        <a:solidFill>
          <a:schemeClr val="tx1"/>
        </a:solidFill>
        <a:latin typeface="Times" pitchFamily="123" charset="0"/>
        <a:ea typeface="MS PGothic" pitchFamily="34" charset="-128"/>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FF00FF"/>
    <a:srgbClr val="CCCCFF"/>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3496" autoAdjust="0"/>
    <p:restoredTop sz="94660"/>
  </p:normalViewPr>
  <p:slideViewPr>
    <p:cSldViewPr>
      <p:cViewPr>
        <p:scale>
          <a:sx n="84" d="100"/>
          <a:sy n="84" d="100"/>
        </p:scale>
        <p:origin x="-1050" y="26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gs" Target="tags/tag1.xml"/><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769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charset="0"/>
                <a:ea typeface="+mn-ea"/>
                <a:cs typeface="+mn-cs"/>
              </a:defRPr>
            </a:lvl1pPr>
          </a:lstStyle>
          <a:p>
            <a:pPr>
              <a:defRPr/>
            </a:pPr>
            <a:endParaRPr lang="en-US"/>
          </a:p>
        </p:txBody>
      </p:sp>
      <p:sp>
        <p:nvSpPr>
          <p:cNvPr id="157699"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fld id="{ACA53238-CAC0-46D4-AB73-5CE29A15898D}" type="datetimeFigureOut">
              <a:rPr lang="en-US"/>
              <a:pPr/>
              <a:t>4/4/2022</a:t>
            </a:fld>
            <a:endParaRPr lang="en-US"/>
          </a:p>
        </p:txBody>
      </p:sp>
      <p:sp>
        <p:nvSpPr>
          <p:cNvPr id="157700"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charset="0"/>
                <a:ea typeface="+mn-ea"/>
                <a:cs typeface="+mn-cs"/>
              </a:defRPr>
            </a:lvl1pPr>
          </a:lstStyle>
          <a:p>
            <a:pPr>
              <a:defRPr/>
            </a:pPr>
            <a:endParaRPr lang="en-US"/>
          </a:p>
        </p:txBody>
      </p:sp>
      <p:sp>
        <p:nvSpPr>
          <p:cNvPr id="157701"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48BB4236-354B-482F-A28A-0064240E2C4E}" type="slidenum">
              <a:rPr lang="en-US"/>
              <a:pPr/>
              <a:t>‹#›</a:t>
            </a:fld>
            <a:endParaRPr lang="en-US"/>
          </a:p>
        </p:txBody>
      </p:sp>
    </p:spTree>
    <p:extLst>
      <p:ext uri="{BB962C8B-B14F-4D97-AF65-F5344CB8AC3E}">
        <p14:creationId xmlns="" xmlns:p14="http://schemas.microsoft.com/office/powerpoint/2010/main" val="33978387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charset="0"/>
                <a:ea typeface="+mn-ea"/>
                <a:cs typeface="+mn-cs"/>
              </a:defRPr>
            </a:lvl1pPr>
          </a:lstStyle>
          <a:p>
            <a:pPr>
              <a:defRPr/>
            </a:pPr>
            <a:endParaRPr lang="en-US"/>
          </a:p>
        </p:txBody>
      </p:sp>
      <p:sp>
        <p:nvSpPr>
          <p:cNvPr id="1638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charset="0"/>
                <a:ea typeface="+mn-ea"/>
                <a:cs typeface="+mn-cs"/>
              </a:defRPr>
            </a:lvl1pPr>
          </a:lstStyle>
          <a:p>
            <a:pPr>
              <a:defRPr/>
            </a:pPr>
            <a:endParaRPr lang="en-US"/>
          </a:p>
        </p:txBody>
      </p:sp>
      <p:sp>
        <p:nvSpPr>
          <p:cNvPr id="1536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1638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1639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charset="0"/>
                <a:ea typeface="+mn-ea"/>
                <a:cs typeface="+mn-cs"/>
              </a:defRPr>
            </a:lvl1pPr>
          </a:lstStyle>
          <a:p>
            <a:pPr>
              <a:defRPr/>
            </a:pPr>
            <a:endParaRPr lang="en-US"/>
          </a:p>
        </p:txBody>
      </p:sp>
      <p:sp>
        <p:nvSpPr>
          <p:cNvPr id="1639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677D1109-FCA5-4717-8E3B-E8764E699A1D}" type="slidenum">
              <a:rPr lang="en-US"/>
              <a:pPr/>
              <a:t>‹#›</a:t>
            </a:fld>
            <a:endParaRPr lang="en-US"/>
          </a:p>
        </p:txBody>
      </p:sp>
    </p:spTree>
    <p:extLst>
      <p:ext uri="{BB962C8B-B14F-4D97-AF65-F5344CB8AC3E}">
        <p14:creationId xmlns="" xmlns:p14="http://schemas.microsoft.com/office/powerpoint/2010/main" val="277190965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charset="0"/>
        <a:ea typeface="MS PGothic" pitchFamily="34" charset="-128"/>
        <a:cs typeface="MS PGothic" charset="0"/>
      </a:defRPr>
    </a:lvl1pPr>
    <a:lvl2pPr marL="457200" algn="l" rtl="0" eaLnBrk="0" fontAlgn="base" hangingPunct="0">
      <a:spcBef>
        <a:spcPct val="30000"/>
      </a:spcBef>
      <a:spcAft>
        <a:spcPct val="0"/>
      </a:spcAft>
      <a:defRPr sz="1200" kern="1200">
        <a:solidFill>
          <a:schemeClr val="tx1"/>
        </a:solidFill>
        <a:latin typeface="Times" charset="0"/>
        <a:ea typeface="MS PGothic" pitchFamily="34" charset="-128"/>
        <a:cs typeface="MS PGothic" charset="0"/>
      </a:defRPr>
    </a:lvl2pPr>
    <a:lvl3pPr marL="914400" algn="l" rtl="0" eaLnBrk="0" fontAlgn="base" hangingPunct="0">
      <a:spcBef>
        <a:spcPct val="30000"/>
      </a:spcBef>
      <a:spcAft>
        <a:spcPct val="0"/>
      </a:spcAft>
      <a:defRPr sz="1200" kern="1200">
        <a:solidFill>
          <a:schemeClr val="tx1"/>
        </a:solidFill>
        <a:latin typeface="Times" charset="0"/>
        <a:ea typeface="MS PGothic" pitchFamily="34" charset="-128"/>
        <a:cs typeface="MS PGothic" charset="0"/>
      </a:defRPr>
    </a:lvl3pPr>
    <a:lvl4pPr marL="1371600" algn="l" rtl="0" eaLnBrk="0" fontAlgn="base" hangingPunct="0">
      <a:spcBef>
        <a:spcPct val="30000"/>
      </a:spcBef>
      <a:spcAft>
        <a:spcPct val="0"/>
      </a:spcAft>
      <a:defRPr sz="1200" kern="1200">
        <a:solidFill>
          <a:schemeClr val="tx1"/>
        </a:solidFill>
        <a:latin typeface="Times" charset="0"/>
        <a:ea typeface="MS PGothic" pitchFamily="34" charset="-128"/>
        <a:cs typeface="MS PGothic" charset="0"/>
      </a:defRPr>
    </a:lvl4pPr>
    <a:lvl5pPr marL="1828800" algn="l" rtl="0" eaLnBrk="0" fontAlgn="base" hangingPunct="0">
      <a:spcBef>
        <a:spcPct val="30000"/>
      </a:spcBef>
      <a:spcAft>
        <a:spcPct val="0"/>
      </a:spcAft>
      <a:defRPr sz="1200" kern="1200">
        <a:solidFill>
          <a:schemeClr val="tx1"/>
        </a:solidFill>
        <a:latin typeface="Times" charset="0"/>
        <a:ea typeface="MS PGothic" pitchFamily="34" charset="-128"/>
        <a:cs typeface="MS PGothic"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7"/>
          <p:cNvSpPr>
            <a:spLocks noGrp="1" noChangeArrowheads="1"/>
          </p:cNvSpPr>
          <p:nvPr>
            <p:ph type="sldNum" sz="quarter" idx="5"/>
          </p:nvPr>
        </p:nvSpPr>
        <p:spPr>
          <a:noFill/>
        </p:spPr>
        <p:txBody>
          <a:bodyPr/>
          <a:lstStyle/>
          <a:p>
            <a:fld id="{12563FBA-52BF-4C79-8B85-9C0AFCC8B726}" type="slidenum">
              <a:rPr lang="en-US"/>
              <a:pPr/>
              <a:t>1</a:t>
            </a:fld>
            <a:endParaRPr lang="en-US"/>
          </a:p>
        </p:txBody>
      </p:sp>
      <p:sp>
        <p:nvSpPr>
          <p:cNvPr id="17410" name="Rectangle 2"/>
          <p:cNvSpPr>
            <a:spLocks noGrp="1" noRot="1" noChangeAspect="1" noChangeArrowheads="1" noTextEdit="1"/>
          </p:cNvSpPr>
          <p:nvPr>
            <p:ph type="sldImg"/>
          </p:nvPr>
        </p:nvSpPr>
        <p:spPr>
          <a:ln/>
        </p:spPr>
      </p:sp>
      <p:sp>
        <p:nvSpPr>
          <p:cNvPr id="17411" name="Rectangle 3"/>
          <p:cNvSpPr>
            <a:spLocks noGrp="1" noChangeArrowheads="1"/>
          </p:cNvSpPr>
          <p:nvPr>
            <p:ph type="body" idx="1"/>
          </p:nvPr>
        </p:nvSpPr>
        <p:spPr>
          <a:noFill/>
          <a:ln/>
        </p:spPr>
        <p:txBody>
          <a:bodyPr/>
          <a:lstStyle/>
          <a:p>
            <a:pPr eaLnBrk="1" hangingPunct="1"/>
            <a:endParaRPr lang="en-US" smtClean="0">
              <a:latin typeface="Times" pitchFamily="123" charset="0"/>
            </a:endParaRPr>
          </a:p>
        </p:txBody>
      </p:sp>
    </p:spTree>
    <p:extLst>
      <p:ext uri="{BB962C8B-B14F-4D97-AF65-F5344CB8AC3E}">
        <p14:creationId xmlns="" xmlns:p14="http://schemas.microsoft.com/office/powerpoint/2010/main" val="355866659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sp>
        <p:nvSpPr>
          <p:cNvPr id="4" name="Rectangle 2"/>
          <p:cNvSpPr>
            <a:spLocks noChangeArrowheads="1"/>
          </p:cNvSpPr>
          <p:nvPr/>
        </p:nvSpPr>
        <p:spPr bwMode="ltGray">
          <a:xfrm>
            <a:off x="530225" y="2663825"/>
            <a:ext cx="457200" cy="398463"/>
          </a:xfrm>
          <a:prstGeom prst="rect">
            <a:avLst/>
          </a:prstGeom>
          <a:gradFill rotWithShape="0">
            <a:gsLst>
              <a:gs pos="0">
                <a:schemeClr val="tx2">
                  <a:gamma/>
                  <a:shade val="46275"/>
                  <a:invGamma/>
                </a:schemeClr>
              </a:gs>
              <a:gs pos="100000">
                <a:schemeClr val="tx2"/>
              </a:gs>
            </a:gsLst>
            <a:lin ang="5400000" scaled="1"/>
          </a:gradFill>
          <a:ln w="9525">
            <a:noFill/>
            <a:miter lim="800000"/>
            <a:headEnd/>
            <a:tailEnd/>
          </a:ln>
          <a:effectLst/>
        </p:spPr>
        <p:txBody>
          <a:bodyPr wrap="none" anchor="ctr"/>
          <a:lstStyle/>
          <a:p>
            <a:pPr algn="ctr" eaLnBrk="1" hangingPunct="1">
              <a:defRPr/>
            </a:pPr>
            <a:endParaRPr kumimoji="1" lang="en-US">
              <a:solidFill>
                <a:schemeClr val="tx2"/>
              </a:solidFill>
              <a:latin typeface="Arial" charset="0"/>
              <a:ea typeface="+mn-ea"/>
            </a:endParaRPr>
          </a:p>
        </p:txBody>
      </p:sp>
      <p:sp>
        <p:nvSpPr>
          <p:cNvPr id="5" name="Rectangle 4"/>
          <p:cNvSpPr>
            <a:spLocks noChangeArrowheads="1"/>
          </p:cNvSpPr>
          <p:nvPr/>
        </p:nvSpPr>
        <p:spPr bwMode="ltGray">
          <a:xfrm>
            <a:off x="538163" y="2982913"/>
            <a:ext cx="422275" cy="474662"/>
          </a:xfrm>
          <a:prstGeom prst="rect">
            <a:avLst/>
          </a:prstGeom>
          <a:solidFill>
            <a:srgbClr val="FFFF00"/>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2400">
                <a:solidFill>
                  <a:schemeClr val="tx1"/>
                </a:solidFill>
                <a:latin typeface="Times" pitchFamily="1" charset="0"/>
                <a:ea typeface="MS PGothic" pitchFamily="34" charset="-128"/>
              </a:defRPr>
            </a:lvl1pPr>
            <a:lvl2pPr marL="742950" indent="-285750">
              <a:defRPr sz="2400">
                <a:solidFill>
                  <a:schemeClr val="tx1"/>
                </a:solidFill>
                <a:latin typeface="Times" pitchFamily="1" charset="0"/>
                <a:ea typeface="MS PGothic" pitchFamily="34" charset="-128"/>
              </a:defRPr>
            </a:lvl2pPr>
            <a:lvl3pPr marL="1143000" indent="-228600">
              <a:defRPr sz="2400">
                <a:solidFill>
                  <a:schemeClr val="tx1"/>
                </a:solidFill>
                <a:latin typeface="Times" pitchFamily="1" charset="0"/>
                <a:ea typeface="MS PGothic" pitchFamily="34" charset="-128"/>
              </a:defRPr>
            </a:lvl3pPr>
            <a:lvl4pPr marL="1600200" indent="-228600">
              <a:defRPr sz="2400">
                <a:solidFill>
                  <a:schemeClr val="tx1"/>
                </a:solidFill>
                <a:latin typeface="Times" pitchFamily="1" charset="0"/>
                <a:ea typeface="MS PGothic" pitchFamily="34" charset="-128"/>
              </a:defRPr>
            </a:lvl4pPr>
            <a:lvl5pPr marL="2057400" indent="-228600">
              <a:defRPr sz="2400">
                <a:solidFill>
                  <a:schemeClr val="tx1"/>
                </a:solidFill>
                <a:latin typeface="Times" pitchFamily="1" charset="0"/>
                <a:ea typeface="MS PGothic" pitchFamily="34" charset="-128"/>
              </a:defRPr>
            </a:lvl5pPr>
            <a:lvl6pPr marL="2514600" indent="-228600" eaLnBrk="0" fontAlgn="base" hangingPunct="0">
              <a:spcBef>
                <a:spcPct val="0"/>
              </a:spcBef>
              <a:spcAft>
                <a:spcPct val="0"/>
              </a:spcAft>
              <a:defRPr sz="2400">
                <a:solidFill>
                  <a:schemeClr val="tx1"/>
                </a:solidFill>
                <a:latin typeface="Times" pitchFamily="1" charset="0"/>
                <a:ea typeface="MS PGothic" pitchFamily="34" charset="-128"/>
              </a:defRPr>
            </a:lvl6pPr>
            <a:lvl7pPr marL="2971800" indent="-228600" eaLnBrk="0" fontAlgn="base" hangingPunct="0">
              <a:spcBef>
                <a:spcPct val="0"/>
              </a:spcBef>
              <a:spcAft>
                <a:spcPct val="0"/>
              </a:spcAft>
              <a:defRPr sz="2400">
                <a:solidFill>
                  <a:schemeClr val="tx1"/>
                </a:solidFill>
                <a:latin typeface="Times" pitchFamily="1" charset="0"/>
                <a:ea typeface="MS PGothic" pitchFamily="34" charset="-128"/>
              </a:defRPr>
            </a:lvl7pPr>
            <a:lvl8pPr marL="3429000" indent="-228600" eaLnBrk="0" fontAlgn="base" hangingPunct="0">
              <a:spcBef>
                <a:spcPct val="0"/>
              </a:spcBef>
              <a:spcAft>
                <a:spcPct val="0"/>
              </a:spcAft>
              <a:defRPr sz="2400">
                <a:solidFill>
                  <a:schemeClr val="tx1"/>
                </a:solidFill>
                <a:latin typeface="Times" pitchFamily="1" charset="0"/>
                <a:ea typeface="MS PGothic" pitchFamily="34" charset="-128"/>
              </a:defRPr>
            </a:lvl8pPr>
            <a:lvl9pPr marL="3886200" indent="-228600" eaLnBrk="0" fontAlgn="base" hangingPunct="0">
              <a:spcBef>
                <a:spcPct val="0"/>
              </a:spcBef>
              <a:spcAft>
                <a:spcPct val="0"/>
              </a:spcAft>
              <a:defRPr sz="2400">
                <a:solidFill>
                  <a:schemeClr val="tx1"/>
                </a:solidFill>
                <a:latin typeface="Times" pitchFamily="1" charset="0"/>
                <a:ea typeface="MS PGothic" pitchFamily="34" charset="-128"/>
              </a:defRPr>
            </a:lvl9pPr>
          </a:lstStyle>
          <a:p>
            <a:pPr algn="ctr" eaLnBrk="1" hangingPunct="1">
              <a:defRPr/>
            </a:pPr>
            <a:endParaRPr kumimoji="1" lang="en-US" altLang="en-US" smtClean="0">
              <a:latin typeface="Arial" pitchFamily="34" charset="0"/>
            </a:endParaRPr>
          </a:p>
        </p:txBody>
      </p:sp>
      <p:sp>
        <p:nvSpPr>
          <p:cNvPr id="6" name="Rectangle 5"/>
          <p:cNvSpPr>
            <a:spLocks noChangeArrowheads="1"/>
          </p:cNvSpPr>
          <p:nvPr/>
        </p:nvSpPr>
        <p:spPr bwMode="ltGray">
          <a:xfrm>
            <a:off x="835025" y="2909888"/>
            <a:ext cx="368300" cy="474662"/>
          </a:xfrm>
          <a:prstGeom prst="rect">
            <a:avLst/>
          </a:prstGeom>
          <a:gradFill rotWithShape="0">
            <a:gsLst>
              <a:gs pos="0">
                <a:srgbClr val="00FF00"/>
              </a:gs>
              <a:gs pos="100000">
                <a:srgbClr val="007600"/>
              </a:gs>
            </a:gsLst>
            <a:lin ang="0" scaled="1"/>
          </a:gra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2400">
                <a:solidFill>
                  <a:schemeClr val="tx1"/>
                </a:solidFill>
                <a:latin typeface="Times" pitchFamily="1" charset="0"/>
                <a:ea typeface="MS PGothic" pitchFamily="34" charset="-128"/>
              </a:defRPr>
            </a:lvl1pPr>
            <a:lvl2pPr marL="742950" indent="-285750">
              <a:defRPr sz="2400">
                <a:solidFill>
                  <a:schemeClr val="tx1"/>
                </a:solidFill>
                <a:latin typeface="Times" pitchFamily="1" charset="0"/>
                <a:ea typeface="MS PGothic" pitchFamily="34" charset="-128"/>
              </a:defRPr>
            </a:lvl2pPr>
            <a:lvl3pPr marL="1143000" indent="-228600">
              <a:defRPr sz="2400">
                <a:solidFill>
                  <a:schemeClr val="tx1"/>
                </a:solidFill>
                <a:latin typeface="Times" pitchFamily="1" charset="0"/>
                <a:ea typeface="MS PGothic" pitchFamily="34" charset="-128"/>
              </a:defRPr>
            </a:lvl3pPr>
            <a:lvl4pPr marL="1600200" indent="-228600">
              <a:defRPr sz="2400">
                <a:solidFill>
                  <a:schemeClr val="tx1"/>
                </a:solidFill>
                <a:latin typeface="Times" pitchFamily="1" charset="0"/>
                <a:ea typeface="MS PGothic" pitchFamily="34" charset="-128"/>
              </a:defRPr>
            </a:lvl4pPr>
            <a:lvl5pPr marL="2057400" indent="-228600">
              <a:defRPr sz="2400">
                <a:solidFill>
                  <a:schemeClr val="tx1"/>
                </a:solidFill>
                <a:latin typeface="Times" pitchFamily="1" charset="0"/>
                <a:ea typeface="MS PGothic" pitchFamily="34" charset="-128"/>
              </a:defRPr>
            </a:lvl5pPr>
            <a:lvl6pPr marL="2514600" indent="-228600" eaLnBrk="0" fontAlgn="base" hangingPunct="0">
              <a:spcBef>
                <a:spcPct val="0"/>
              </a:spcBef>
              <a:spcAft>
                <a:spcPct val="0"/>
              </a:spcAft>
              <a:defRPr sz="2400">
                <a:solidFill>
                  <a:schemeClr val="tx1"/>
                </a:solidFill>
                <a:latin typeface="Times" pitchFamily="1" charset="0"/>
                <a:ea typeface="MS PGothic" pitchFamily="34" charset="-128"/>
              </a:defRPr>
            </a:lvl6pPr>
            <a:lvl7pPr marL="2971800" indent="-228600" eaLnBrk="0" fontAlgn="base" hangingPunct="0">
              <a:spcBef>
                <a:spcPct val="0"/>
              </a:spcBef>
              <a:spcAft>
                <a:spcPct val="0"/>
              </a:spcAft>
              <a:defRPr sz="2400">
                <a:solidFill>
                  <a:schemeClr val="tx1"/>
                </a:solidFill>
                <a:latin typeface="Times" pitchFamily="1" charset="0"/>
                <a:ea typeface="MS PGothic" pitchFamily="34" charset="-128"/>
              </a:defRPr>
            </a:lvl7pPr>
            <a:lvl8pPr marL="3429000" indent="-228600" eaLnBrk="0" fontAlgn="base" hangingPunct="0">
              <a:spcBef>
                <a:spcPct val="0"/>
              </a:spcBef>
              <a:spcAft>
                <a:spcPct val="0"/>
              </a:spcAft>
              <a:defRPr sz="2400">
                <a:solidFill>
                  <a:schemeClr val="tx1"/>
                </a:solidFill>
                <a:latin typeface="Times" pitchFamily="1" charset="0"/>
                <a:ea typeface="MS PGothic" pitchFamily="34" charset="-128"/>
              </a:defRPr>
            </a:lvl8pPr>
            <a:lvl9pPr marL="3886200" indent="-228600" eaLnBrk="0" fontAlgn="base" hangingPunct="0">
              <a:spcBef>
                <a:spcPct val="0"/>
              </a:spcBef>
              <a:spcAft>
                <a:spcPct val="0"/>
              </a:spcAft>
              <a:defRPr sz="2400">
                <a:solidFill>
                  <a:schemeClr val="tx1"/>
                </a:solidFill>
                <a:latin typeface="Times" pitchFamily="1" charset="0"/>
                <a:ea typeface="MS PGothic" pitchFamily="34" charset="-128"/>
              </a:defRPr>
            </a:lvl9pPr>
          </a:lstStyle>
          <a:p>
            <a:pPr algn="ctr" eaLnBrk="1" hangingPunct="1">
              <a:defRPr/>
            </a:pPr>
            <a:endParaRPr kumimoji="1" lang="en-US" altLang="en-US" smtClean="0">
              <a:latin typeface="Arial" pitchFamily="34" charset="0"/>
            </a:endParaRPr>
          </a:p>
        </p:txBody>
      </p:sp>
      <p:sp>
        <p:nvSpPr>
          <p:cNvPr id="7" name="Rectangle 6"/>
          <p:cNvSpPr>
            <a:spLocks noChangeArrowheads="1"/>
          </p:cNvSpPr>
          <p:nvPr/>
        </p:nvSpPr>
        <p:spPr bwMode="ltGray">
          <a:xfrm>
            <a:off x="225425" y="2833688"/>
            <a:ext cx="457200" cy="422275"/>
          </a:xfrm>
          <a:prstGeom prst="rect">
            <a:avLst/>
          </a:prstGeom>
          <a:gradFill rotWithShape="0">
            <a:gsLst>
              <a:gs pos="0">
                <a:schemeClr val="folHlink">
                  <a:gamma/>
                  <a:tint val="45490"/>
                  <a:invGamma/>
                </a:schemeClr>
              </a:gs>
              <a:gs pos="100000">
                <a:schemeClr val="folHlink"/>
              </a:gs>
            </a:gsLst>
            <a:lin ang="18900000" scaled="1"/>
          </a:gradFill>
          <a:ln w="9525">
            <a:noFill/>
            <a:miter lim="800000"/>
            <a:headEnd/>
            <a:tailEnd/>
          </a:ln>
          <a:effectLst/>
        </p:spPr>
        <p:txBody>
          <a:bodyPr wrap="none" anchor="ctr"/>
          <a:lstStyle/>
          <a:p>
            <a:pPr algn="ctr" eaLnBrk="1" hangingPunct="1">
              <a:defRPr/>
            </a:pPr>
            <a:endParaRPr kumimoji="1" lang="en-US">
              <a:latin typeface="Arial" charset="0"/>
              <a:ea typeface="+mn-ea"/>
            </a:endParaRPr>
          </a:p>
        </p:txBody>
      </p:sp>
      <p:sp>
        <p:nvSpPr>
          <p:cNvPr id="8" name="Rectangle 7"/>
          <p:cNvSpPr>
            <a:spLocks noChangeArrowheads="1"/>
          </p:cNvSpPr>
          <p:nvPr/>
        </p:nvSpPr>
        <p:spPr bwMode="gray">
          <a:xfrm>
            <a:off x="758825" y="2452688"/>
            <a:ext cx="31750" cy="1052512"/>
          </a:xfrm>
          <a:prstGeom prst="rect">
            <a:avLst/>
          </a:prstGeom>
          <a:solidFill>
            <a:srgbClr val="993300"/>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2400">
                <a:solidFill>
                  <a:schemeClr val="tx1"/>
                </a:solidFill>
                <a:latin typeface="Times" pitchFamily="1" charset="0"/>
                <a:ea typeface="MS PGothic" pitchFamily="34" charset="-128"/>
              </a:defRPr>
            </a:lvl1pPr>
            <a:lvl2pPr marL="742950" indent="-285750">
              <a:defRPr sz="2400">
                <a:solidFill>
                  <a:schemeClr val="tx1"/>
                </a:solidFill>
                <a:latin typeface="Times" pitchFamily="1" charset="0"/>
                <a:ea typeface="MS PGothic" pitchFamily="34" charset="-128"/>
              </a:defRPr>
            </a:lvl2pPr>
            <a:lvl3pPr marL="1143000" indent="-228600">
              <a:defRPr sz="2400">
                <a:solidFill>
                  <a:schemeClr val="tx1"/>
                </a:solidFill>
                <a:latin typeface="Times" pitchFamily="1" charset="0"/>
                <a:ea typeface="MS PGothic" pitchFamily="34" charset="-128"/>
              </a:defRPr>
            </a:lvl3pPr>
            <a:lvl4pPr marL="1600200" indent="-228600">
              <a:defRPr sz="2400">
                <a:solidFill>
                  <a:schemeClr val="tx1"/>
                </a:solidFill>
                <a:latin typeface="Times" pitchFamily="1" charset="0"/>
                <a:ea typeface="MS PGothic" pitchFamily="34" charset="-128"/>
              </a:defRPr>
            </a:lvl4pPr>
            <a:lvl5pPr marL="2057400" indent="-228600">
              <a:defRPr sz="2400">
                <a:solidFill>
                  <a:schemeClr val="tx1"/>
                </a:solidFill>
                <a:latin typeface="Times" pitchFamily="1" charset="0"/>
                <a:ea typeface="MS PGothic" pitchFamily="34" charset="-128"/>
              </a:defRPr>
            </a:lvl5pPr>
            <a:lvl6pPr marL="2514600" indent="-228600" eaLnBrk="0" fontAlgn="base" hangingPunct="0">
              <a:spcBef>
                <a:spcPct val="0"/>
              </a:spcBef>
              <a:spcAft>
                <a:spcPct val="0"/>
              </a:spcAft>
              <a:defRPr sz="2400">
                <a:solidFill>
                  <a:schemeClr val="tx1"/>
                </a:solidFill>
                <a:latin typeface="Times" pitchFamily="1" charset="0"/>
                <a:ea typeface="MS PGothic" pitchFamily="34" charset="-128"/>
              </a:defRPr>
            </a:lvl6pPr>
            <a:lvl7pPr marL="2971800" indent="-228600" eaLnBrk="0" fontAlgn="base" hangingPunct="0">
              <a:spcBef>
                <a:spcPct val="0"/>
              </a:spcBef>
              <a:spcAft>
                <a:spcPct val="0"/>
              </a:spcAft>
              <a:defRPr sz="2400">
                <a:solidFill>
                  <a:schemeClr val="tx1"/>
                </a:solidFill>
                <a:latin typeface="Times" pitchFamily="1" charset="0"/>
                <a:ea typeface="MS PGothic" pitchFamily="34" charset="-128"/>
              </a:defRPr>
            </a:lvl7pPr>
            <a:lvl8pPr marL="3429000" indent="-228600" eaLnBrk="0" fontAlgn="base" hangingPunct="0">
              <a:spcBef>
                <a:spcPct val="0"/>
              </a:spcBef>
              <a:spcAft>
                <a:spcPct val="0"/>
              </a:spcAft>
              <a:defRPr sz="2400">
                <a:solidFill>
                  <a:schemeClr val="tx1"/>
                </a:solidFill>
                <a:latin typeface="Times" pitchFamily="1" charset="0"/>
                <a:ea typeface="MS PGothic" pitchFamily="34" charset="-128"/>
              </a:defRPr>
            </a:lvl8pPr>
            <a:lvl9pPr marL="3886200" indent="-228600" eaLnBrk="0" fontAlgn="base" hangingPunct="0">
              <a:spcBef>
                <a:spcPct val="0"/>
              </a:spcBef>
              <a:spcAft>
                <a:spcPct val="0"/>
              </a:spcAft>
              <a:defRPr sz="2400">
                <a:solidFill>
                  <a:schemeClr val="tx1"/>
                </a:solidFill>
                <a:latin typeface="Times" pitchFamily="1" charset="0"/>
                <a:ea typeface="MS PGothic" pitchFamily="34" charset="-128"/>
              </a:defRPr>
            </a:lvl9pPr>
          </a:lstStyle>
          <a:p>
            <a:pPr algn="ctr" eaLnBrk="1" hangingPunct="1">
              <a:defRPr/>
            </a:pPr>
            <a:endParaRPr kumimoji="1" lang="en-US" altLang="en-US" smtClean="0">
              <a:latin typeface="Arial" pitchFamily="34" charset="0"/>
            </a:endParaRPr>
          </a:p>
        </p:txBody>
      </p:sp>
      <p:sp>
        <p:nvSpPr>
          <p:cNvPr id="9" name="Rectangle 8"/>
          <p:cNvSpPr>
            <a:spLocks noChangeArrowheads="1"/>
          </p:cNvSpPr>
          <p:nvPr/>
        </p:nvSpPr>
        <p:spPr bwMode="gray">
          <a:xfrm>
            <a:off x="457200" y="3290888"/>
            <a:ext cx="8683625" cy="46037"/>
          </a:xfrm>
          <a:prstGeom prst="rect">
            <a:avLst/>
          </a:prstGeom>
          <a:gradFill rotWithShape="0">
            <a:gsLst>
              <a:gs pos="0">
                <a:srgbClr val="591800"/>
              </a:gs>
              <a:gs pos="100000">
                <a:srgbClr val="C13300"/>
              </a:gs>
            </a:gsLst>
            <a:lin ang="0" scaled="1"/>
          </a:gra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2400">
                <a:solidFill>
                  <a:schemeClr val="tx1"/>
                </a:solidFill>
                <a:latin typeface="Times" pitchFamily="1" charset="0"/>
                <a:ea typeface="MS PGothic" pitchFamily="34" charset="-128"/>
              </a:defRPr>
            </a:lvl1pPr>
            <a:lvl2pPr marL="742950" indent="-285750">
              <a:defRPr sz="2400">
                <a:solidFill>
                  <a:schemeClr val="tx1"/>
                </a:solidFill>
                <a:latin typeface="Times" pitchFamily="1" charset="0"/>
                <a:ea typeface="MS PGothic" pitchFamily="34" charset="-128"/>
              </a:defRPr>
            </a:lvl2pPr>
            <a:lvl3pPr marL="1143000" indent="-228600">
              <a:defRPr sz="2400">
                <a:solidFill>
                  <a:schemeClr val="tx1"/>
                </a:solidFill>
                <a:latin typeface="Times" pitchFamily="1" charset="0"/>
                <a:ea typeface="MS PGothic" pitchFamily="34" charset="-128"/>
              </a:defRPr>
            </a:lvl3pPr>
            <a:lvl4pPr marL="1600200" indent="-228600">
              <a:defRPr sz="2400">
                <a:solidFill>
                  <a:schemeClr val="tx1"/>
                </a:solidFill>
                <a:latin typeface="Times" pitchFamily="1" charset="0"/>
                <a:ea typeface="MS PGothic" pitchFamily="34" charset="-128"/>
              </a:defRPr>
            </a:lvl4pPr>
            <a:lvl5pPr marL="2057400" indent="-228600">
              <a:defRPr sz="2400">
                <a:solidFill>
                  <a:schemeClr val="tx1"/>
                </a:solidFill>
                <a:latin typeface="Times" pitchFamily="1" charset="0"/>
                <a:ea typeface="MS PGothic" pitchFamily="34" charset="-128"/>
              </a:defRPr>
            </a:lvl5pPr>
            <a:lvl6pPr marL="2514600" indent="-228600" eaLnBrk="0" fontAlgn="base" hangingPunct="0">
              <a:spcBef>
                <a:spcPct val="0"/>
              </a:spcBef>
              <a:spcAft>
                <a:spcPct val="0"/>
              </a:spcAft>
              <a:defRPr sz="2400">
                <a:solidFill>
                  <a:schemeClr val="tx1"/>
                </a:solidFill>
                <a:latin typeface="Times" pitchFamily="1" charset="0"/>
                <a:ea typeface="MS PGothic" pitchFamily="34" charset="-128"/>
              </a:defRPr>
            </a:lvl6pPr>
            <a:lvl7pPr marL="2971800" indent="-228600" eaLnBrk="0" fontAlgn="base" hangingPunct="0">
              <a:spcBef>
                <a:spcPct val="0"/>
              </a:spcBef>
              <a:spcAft>
                <a:spcPct val="0"/>
              </a:spcAft>
              <a:defRPr sz="2400">
                <a:solidFill>
                  <a:schemeClr val="tx1"/>
                </a:solidFill>
                <a:latin typeface="Times" pitchFamily="1" charset="0"/>
                <a:ea typeface="MS PGothic" pitchFamily="34" charset="-128"/>
              </a:defRPr>
            </a:lvl7pPr>
            <a:lvl8pPr marL="3429000" indent="-228600" eaLnBrk="0" fontAlgn="base" hangingPunct="0">
              <a:spcBef>
                <a:spcPct val="0"/>
              </a:spcBef>
              <a:spcAft>
                <a:spcPct val="0"/>
              </a:spcAft>
              <a:defRPr sz="2400">
                <a:solidFill>
                  <a:schemeClr val="tx1"/>
                </a:solidFill>
                <a:latin typeface="Times" pitchFamily="1" charset="0"/>
                <a:ea typeface="MS PGothic" pitchFamily="34" charset="-128"/>
              </a:defRPr>
            </a:lvl8pPr>
            <a:lvl9pPr marL="3886200" indent="-228600" eaLnBrk="0" fontAlgn="base" hangingPunct="0">
              <a:spcBef>
                <a:spcPct val="0"/>
              </a:spcBef>
              <a:spcAft>
                <a:spcPct val="0"/>
              </a:spcAft>
              <a:defRPr sz="2400">
                <a:solidFill>
                  <a:schemeClr val="tx1"/>
                </a:solidFill>
                <a:latin typeface="Times" pitchFamily="1" charset="0"/>
                <a:ea typeface="MS PGothic" pitchFamily="34" charset="-128"/>
              </a:defRPr>
            </a:lvl9pPr>
          </a:lstStyle>
          <a:p>
            <a:pPr algn="ctr" eaLnBrk="1" hangingPunct="1">
              <a:defRPr/>
            </a:pPr>
            <a:endParaRPr kumimoji="1" lang="en-US" altLang="en-US" smtClean="0">
              <a:solidFill>
                <a:srgbClr val="993300"/>
              </a:solidFill>
              <a:latin typeface="Arial" pitchFamily="34" charset="0"/>
            </a:endParaRPr>
          </a:p>
        </p:txBody>
      </p:sp>
      <p:pic>
        <p:nvPicPr>
          <p:cNvPr id="10" name="Picture 16"/>
          <p:cNvPicPr>
            <a:picLocks noChangeAspect="1"/>
          </p:cNvPicPr>
          <p:nvPr userDrawn="1"/>
        </p:nvPicPr>
        <p:blipFill>
          <a:blip r:embed="rId2"/>
          <a:srcRect/>
          <a:stretch>
            <a:fillRect/>
          </a:stretch>
        </p:blipFill>
        <p:spPr bwMode="auto">
          <a:xfrm>
            <a:off x="3962400" y="5334000"/>
            <a:ext cx="1371600" cy="1143000"/>
          </a:xfrm>
          <a:prstGeom prst="rect">
            <a:avLst/>
          </a:prstGeom>
          <a:noFill/>
          <a:ln w="9525">
            <a:noFill/>
            <a:miter lim="800000"/>
            <a:headEnd/>
            <a:tailEnd/>
          </a:ln>
        </p:spPr>
      </p:pic>
      <p:sp>
        <p:nvSpPr>
          <p:cNvPr id="152578" name="Rectangle 2"/>
          <p:cNvSpPr>
            <a:spLocks noGrp="1" noChangeArrowheads="1"/>
          </p:cNvSpPr>
          <p:nvPr>
            <p:ph type="ctrTitle"/>
          </p:nvPr>
        </p:nvSpPr>
        <p:spPr>
          <a:xfrm>
            <a:off x="838200" y="2209800"/>
            <a:ext cx="7620000" cy="1066800"/>
          </a:xfrm>
        </p:spPr>
        <p:txBody>
          <a:bodyPr/>
          <a:lstStyle>
            <a:lvl1pPr algn="ctr">
              <a:defRPr/>
            </a:lvl1pPr>
          </a:lstStyle>
          <a:p>
            <a:r>
              <a:rPr lang="en-US"/>
              <a:t>Click to edit Master title style</a:t>
            </a:r>
          </a:p>
        </p:txBody>
      </p:sp>
      <p:sp>
        <p:nvSpPr>
          <p:cNvPr id="152579" name="Rectangle 3"/>
          <p:cNvSpPr>
            <a:spLocks noGrp="1" noChangeArrowheads="1"/>
          </p:cNvSpPr>
          <p:nvPr>
            <p:ph type="subTitle" idx="1"/>
          </p:nvPr>
        </p:nvSpPr>
        <p:spPr>
          <a:xfrm>
            <a:off x="838200" y="3886200"/>
            <a:ext cx="7620000" cy="762000"/>
          </a:xfrm>
        </p:spPr>
        <p:txBody>
          <a:bodyPr/>
          <a:lstStyle>
            <a:lvl1pPr marL="0" indent="0" algn="ctr">
              <a:buFont typeface="Wingdings" charset="2"/>
              <a:buNone/>
              <a:defRPr>
                <a:solidFill>
                  <a:srgbClr val="993300"/>
                </a:solidFill>
              </a:defRPr>
            </a:lvl1pPr>
          </a:lstStyle>
          <a:p>
            <a:r>
              <a:rPr lang="en-US"/>
              <a:t>Click to edit Master subtitle style</a:t>
            </a:r>
          </a:p>
        </p:txBody>
      </p:sp>
      <p:sp>
        <p:nvSpPr>
          <p:cNvPr id="11" name="Rectangle 4"/>
          <p:cNvSpPr>
            <a:spLocks noGrp="1" noChangeArrowheads="1"/>
          </p:cNvSpPr>
          <p:nvPr>
            <p:ph type="dt" sz="half" idx="10"/>
          </p:nvPr>
        </p:nvSpPr>
        <p:spPr bwMode="auto">
          <a:xfrm>
            <a:off x="8077200" y="6553200"/>
            <a:ext cx="1066800" cy="3048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eaLnBrk="1" hangingPunct="1">
              <a:defRPr sz="1200">
                <a:latin typeface="Arial" pitchFamily="34" charset="0"/>
              </a:defRPr>
            </a:lvl1pPr>
          </a:lstStyle>
          <a:p>
            <a:fld id="{3D54EF2D-FD43-47DD-865A-97FFCFDBAB49}" type="datetime5">
              <a:rPr lang="en-US"/>
              <a:pPr/>
              <a:t>4-Apr-22</a:t>
            </a:fld>
            <a:endParaRPr lang="en-U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sldNum" sz="quarter" idx="10"/>
          </p:nvPr>
        </p:nvSpPr>
        <p:spPr>
          <a:ln/>
        </p:spPr>
        <p:txBody>
          <a:bodyPr/>
          <a:lstStyle>
            <a:lvl1pPr>
              <a:defRPr/>
            </a:lvl1pPr>
          </a:lstStyle>
          <a:p>
            <a:fld id="{A23C1B03-0993-4B56-8AC7-1F376C495DCC}"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sldNum" sz="quarter" idx="10"/>
          </p:nvPr>
        </p:nvSpPr>
        <p:spPr>
          <a:ln/>
        </p:spPr>
        <p:txBody>
          <a:bodyPr/>
          <a:lstStyle>
            <a:lvl1pPr>
              <a:defRPr/>
            </a:lvl1pPr>
          </a:lstStyle>
          <a:p>
            <a:fld id="{96C8463E-3D75-4B91-ABBC-00F83E82263B}"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371600"/>
            <a:ext cx="421005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819650" y="1371600"/>
            <a:ext cx="4211638"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sldNum" sz="quarter" idx="10"/>
          </p:nvPr>
        </p:nvSpPr>
        <p:spPr>
          <a:ln/>
        </p:spPr>
        <p:txBody>
          <a:bodyPr/>
          <a:lstStyle>
            <a:lvl1pPr>
              <a:defRPr/>
            </a:lvl1pPr>
          </a:lstStyle>
          <a:p>
            <a:fld id="{8A23954D-E184-421C-AF54-C602140A88D4}"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sldNum" sz="quarter" idx="10"/>
          </p:nvPr>
        </p:nvSpPr>
        <p:spPr>
          <a:ln/>
        </p:spPr>
        <p:txBody>
          <a:bodyPr/>
          <a:lstStyle>
            <a:lvl1pPr>
              <a:defRPr/>
            </a:lvl1pPr>
          </a:lstStyle>
          <a:p>
            <a:fld id="{687E6A9F-48F3-46F0-AF45-2202115821CF}"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sldNum" sz="quarter" idx="10"/>
          </p:nvPr>
        </p:nvSpPr>
        <p:spPr>
          <a:ln/>
        </p:spPr>
        <p:txBody>
          <a:bodyPr/>
          <a:lstStyle>
            <a:lvl1pPr>
              <a:defRPr/>
            </a:lvl1pPr>
          </a:lstStyle>
          <a:p>
            <a:fld id="{015C8E12-A6C5-4284-8C99-3456C36EE96E}"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sldNum" sz="quarter" idx="10"/>
          </p:nvPr>
        </p:nvSpPr>
        <p:spPr>
          <a:ln/>
        </p:spPr>
        <p:txBody>
          <a:bodyPr/>
          <a:lstStyle>
            <a:lvl1pPr>
              <a:defRPr/>
            </a:lvl1pPr>
          </a:lstStyle>
          <a:p>
            <a:fld id="{B45CDADB-0D4D-4D56-B67F-19547B2A5691}"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sldNum" sz="quarter" idx="10"/>
          </p:nvPr>
        </p:nvSpPr>
        <p:spPr>
          <a:ln/>
        </p:spPr>
        <p:txBody>
          <a:bodyPr/>
          <a:lstStyle>
            <a:lvl1pPr>
              <a:defRPr/>
            </a:lvl1pPr>
          </a:lstStyle>
          <a:p>
            <a:fld id="{432BE86A-CFED-4459-8512-DAA44D62923F}"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sldNum" sz="quarter" idx="10"/>
          </p:nvPr>
        </p:nvSpPr>
        <p:spPr>
          <a:ln/>
        </p:spPr>
        <p:txBody>
          <a:bodyPr/>
          <a:lstStyle>
            <a:lvl1pPr>
              <a:defRPr/>
            </a:lvl1pPr>
          </a:lstStyle>
          <a:p>
            <a:fld id="{113068AD-FE32-43F9-B211-00E571E50DA3}"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sldNum" sz="quarter" idx="10"/>
          </p:nvPr>
        </p:nvSpPr>
        <p:spPr>
          <a:ln/>
        </p:spPr>
        <p:txBody>
          <a:bodyPr/>
          <a:lstStyle>
            <a:lvl1pPr>
              <a:defRPr/>
            </a:lvl1pPr>
          </a:lstStyle>
          <a:p>
            <a:fld id="{32168BB1-589C-4BE2-8573-8C9096C752B4}"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88163" y="228600"/>
            <a:ext cx="2143125" cy="61722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28600"/>
            <a:ext cx="6278563" cy="6172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sldNum" sz="quarter" idx="10"/>
          </p:nvPr>
        </p:nvSpPr>
        <p:spPr>
          <a:ln/>
        </p:spPr>
        <p:txBody>
          <a:bodyPr/>
          <a:lstStyle>
            <a:lvl1pPr>
              <a:defRPr/>
            </a:lvl1pPr>
          </a:lstStyle>
          <a:p>
            <a:fld id="{30FD209B-AB01-46CD-A1E2-C238354EEEA1}" type="slidenum">
              <a:rPr lang="en-US"/>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showMasterPhAnim="0" type="tx" preserve="1">
  <p:cSld name="QUES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6705600" cy="1752600"/>
          </a:xfrm>
        </p:spPr>
        <p:txBody>
          <a:bodyPr anchor="t"/>
          <a:lstStyle>
            <a:lvl1pPr>
              <a:defRPr sz="2800">
                <a:solidFill>
                  <a:schemeClr val="tx1"/>
                </a:solidFill>
              </a:defRPr>
            </a:lvl1pPr>
          </a:lstStyle>
          <a:p>
            <a:r>
              <a:rPr lang="en-US" dirty="0" smtClean="0"/>
              <a:t>Click to edit Master title style</a:t>
            </a:r>
            <a:endParaRPr lang="en-US" dirty="0"/>
          </a:p>
        </p:txBody>
      </p:sp>
      <p:sp>
        <p:nvSpPr>
          <p:cNvPr id="3" name="Text Placeholder 2"/>
          <p:cNvSpPr>
            <a:spLocks noGrp="1"/>
          </p:cNvSpPr>
          <p:nvPr>
            <p:ph type="body" idx="1"/>
          </p:nvPr>
        </p:nvSpPr>
        <p:spPr>
          <a:xfrm>
            <a:off x="457200" y="2362200"/>
            <a:ext cx="4267200" cy="4038600"/>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endParaRPr lang="en-US" dirty="0" smtClean="0"/>
          </a:p>
        </p:txBody>
      </p:sp>
      <p:sp>
        <p:nvSpPr>
          <p:cNvPr id="4" name="Slide Number Placeholder 3"/>
          <p:cNvSpPr>
            <a:spLocks noGrp="1"/>
          </p:cNvSpPr>
          <p:nvPr>
            <p:ph type="sldNum" sz="quarter" idx="10"/>
          </p:nvPr>
        </p:nvSpPr>
        <p:spPr/>
        <p:txBody>
          <a:bodyPr/>
          <a:lstStyle>
            <a:lvl1pPr>
              <a:defRPr/>
            </a:lvl1pPr>
          </a:lstStyle>
          <a:p>
            <a:fld id="{5C522CA1-B531-4BC9-8251-6BA15033E8E9}" type="slidenum">
              <a:rPr lang="en-US"/>
              <a:pPr/>
              <a:t>‹#›</a:t>
            </a:fld>
            <a:endParaRPr lang="en-US"/>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219200" y="228600"/>
            <a:ext cx="7793038" cy="838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smtClean="0"/>
              <a:t>Click to edit Master title style</a:t>
            </a:r>
          </a:p>
        </p:txBody>
      </p:sp>
      <p:sp>
        <p:nvSpPr>
          <p:cNvPr id="151555" name="Rectangle 3"/>
          <p:cNvSpPr>
            <a:spLocks noGrp="1" noChangeArrowheads="1"/>
          </p:cNvSpPr>
          <p:nvPr>
            <p:ph type="body" idx="1"/>
          </p:nvPr>
        </p:nvSpPr>
        <p:spPr bwMode="auto">
          <a:xfrm>
            <a:off x="457200" y="1371600"/>
            <a:ext cx="8574088" cy="5029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51556" name="Rectangle 4"/>
          <p:cNvSpPr>
            <a:spLocks noGrp="1" noChangeArrowheads="1"/>
          </p:cNvSpPr>
          <p:nvPr>
            <p:ph type="sldNum" sz="quarter" idx="4"/>
          </p:nvPr>
        </p:nvSpPr>
        <p:spPr bwMode="auto">
          <a:xfrm>
            <a:off x="7239000" y="64008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400">
                <a:latin typeface="Arial" pitchFamily="34" charset="0"/>
              </a:defRPr>
            </a:lvl1pPr>
          </a:lstStyle>
          <a:p>
            <a:fld id="{D9082DD3-4162-47C3-A307-C22F7F02D9E7}" type="slidenum">
              <a:rPr lang="en-US"/>
              <a:pPr/>
              <a:t>‹#›</a:t>
            </a:fld>
            <a:endParaRPr lang="en-US"/>
          </a:p>
        </p:txBody>
      </p:sp>
      <p:sp>
        <p:nvSpPr>
          <p:cNvPr id="3074" name="Rectangle 2"/>
          <p:cNvSpPr>
            <a:spLocks noChangeArrowheads="1"/>
          </p:cNvSpPr>
          <p:nvPr/>
        </p:nvSpPr>
        <p:spPr bwMode="ltGray">
          <a:xfrm>
            <a:off x="530225" y="363538"/>
            <a:ext cx="457200" cy="398462"/>
          </a:xfrm>
          <a:prstGeom prst="rect">
            <a:avLst/>
          </a:prstGeom>
          <a:gradFill rotWithShape="0">
            <a:gsLst>
              <a:gs pos="0">
                <a:schemeClr val="tx2">
                  <a:gamma/>
                  <a:shade val="46275"/>
                  <a:invGamma/>
                </a:schemeClr>
              </a:gs>
              <a:gs pos="100000">
                <a:schemeClr val="tx2"/>
              </a:gs>
            </a:gsLst>
            <a:lin ang="5400000" scaled="1"/>
          </a:gradFill>
          <a:ln w="9525">
            <a:noFill/>
            <a:miter lim="800000"/>
            <a:headEnd/>
            <a:tailEnd/>
          </a:ln>
          <a:effectLst/>
        </p:spPr>
        <p:txBody>
          <a:bodyPr wrap="none" anchor="ctr"/>
          <a:lstStyle/>
          <a:p>
            <a:pPr algn="ctr" eaLnBrk="1" hangingPunct="1">
              <a:defRPr/>
            </a:pPr>
            <a:endParaRPr kumimoji="1" lang="en-US">
              <a:solidFill>
                <a:schemeClr val="tx2"/>
              </a:solidFill>
              <a:latin typeface="Arial" charset="0"/>
              <a:ea typeface="+mn-ea"/>
            </a:endParaRPr>
          </a:p>
        </p:txBody>
      </p:sp>
      <p:sp>
        <p:nvSpPr>
          <p:cNvPr id="1030" name="Rectangle 4"/>
          <p:cNvSpPr>
            <a:spLocks noChangeArrowheads="1"/>
          </p:cNvSpPr>
          <p:nvPr/>
        </p:nvSpPr>
        <p:spPr bwMode="ltGray">
          <a:xfrm>
            <a:off x="538163" y="682625"/>
            <a:ext cx="422275" cy="474663"/>
          </a:xfrm>
          <a:prstGeom prst="rect">
            <a:avLst/>
          </a:prstGeom>
          <a:solidFill>
            <a:srgbClr val="FFFF00"/>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2400">
                <a:solidFill>
                  <a:schemeClr val="tx1"/>
                </a:solidFill>
                <a:latin typeface="Times" pitchFamily="1" charset="0"/>
                <a:ea typeface="MS PGothic" pitchFamily="34" charset="-128"/>
              </a:defRPr>
            </a:lvl1pPr>
            <a:lvl2pPr marL="742950" indent="-285750">
              <a:defRPr sz="2400">
                <a:solidFill>
                  <a:schemeClr val="tx1"/>
                </a:solidFill>
                <a:latin typeface="Times" pitchFamily="1" charset="0"/>
                <a:ea typeface="MS PGothic" pitchFamily="34" charset="-128"/>
              </a:defRPr>
            </a:lvl2pPr>
            <a:lvl3pPr marL="1143000" indent="-228600">
              <a:defRPr sz="2400">
                <a:solidFill>
                  <a:schemeClr val="tx1"/>
                </a:solidFill>
                <a:latin typeface="Times" pitchFamily="1" charset="0"/>
                <a:ea typeface="MS PGothic" pitchFamily="34" charset="-128"/>
              </a:defRPr>
            </a:lvl3pPr>
            <a:lvl4pPr marL="1600200" indent="-228600">
              <a:defRPr sz="2400">
                <a:solidFill>
                  <a:schemeClr val="tx1"/>
                </a:solidFill>
                <a:latin typeface="Times" pitchFamily="1" charset="0"/>
                <a:ea typeface="MS PGothic" pitchFamily="34" charset="-128"/>
              </a:defRPr>
            </a:lvl4pPr>
            <a:lvl5pPr marL="2057400" indent="-228600">
              <a:defRPr sz="2400">
                <a:solidFill>
                  <a:schemeClr val="tx1"/>
                </a:solidFill>
                <a:latin typeface="Times" pitchFamily="1" charset="0"/>
                <a:ea typeface="MS PGothic" pitchFamily="34" charset="-128"/>
              </a:defRPr>
            </a:lvl5pPr>
            <a:lvl6pPr marL="2514600" indent="-228600" eaLnBrk="0" fontAlgn="base" hangingPunct="0">
              <a:spcBef>
                <a:spcPct val="0"/>
              </a:spcBef>
              <a:spcAft>
                <a:spcPct val="0"/>
              </a:spcAft>
              <a:defRPr sz="2400">
                <a:solidFill>
                  <a:schemeClr val="tx1"/>
                </a:solidFill>
                <a:latin typeface="Times" pitchFamily="1" charset="0"/>
                <a:ea typeface="MS PGothic" pitchFamily="34" charset="-128"/>
              </a:defRPr>
            </a:lvl6pPr>
            <a:lvl7pPr marL="2971800" indent="-228600" eaLnBrk="0" fontAlgn="base" hangingPunct="0">
              <a:spcBef>
                <a:spcPct val="0"/>
              </a:spcBef>
              <a:spcAft>
                <a:spcPct val="0"/>
              </a:spcAft>
              <a:defRPr sz="2400">
                <a:solidFill>
                  <a:schemeClr val="tx1"/>
                </a:solidFill>
                <a:latin typeface="Times" pitchFamily="1" charset="0"/>
                <a:ea typeface="MS PGothic" pitchFamily="34" charset="-128"/>
              </a:defRPr>
            </a:lvl7pPr>
            <a:lvl8pPr marL="3429000" indent="-228600" eaLnBrk="0" fontAlgn="base" hangingPunct="0">
              <a:spcBef>
                <a:spcPct val="0"/>
              </a:spcBef>
              <a:spcAft>
                <a:spcPct val="0"/>
              </a:spcAft>
              <a:defRPr sz="2400">
                <a:solidFill>
                  <a:schemeClr val="tx1"/>
                </a:solidFill>
                <a:latin typeface="Times" pitchFamily="1" charset="0"/>
                <a:ea typeface="MS PGothic" pitchFamily="34" charset="-128"/>
              </a:defRPr>
            </a:lvl8pPr>
            <a:lvl9pPr marL="3886200" indent="-228600" eaLnBrk="0" fontAlgn="base" hangingPunct="0">
              <a:spcBef>
                <a:spcPct val="0"/>
              </a:spcBef>
              <a:spcAft>
                <a:spcPct val="0"/>
              </a:spcAft>
              <a:defRPr sz="2400">
                <a:solidFill>
                  <a:schemeClr val="tx1"/>
                </a:solidFill>
                <a:latin typeface="Times" pitchFamily="1" charset="0"/>
                <a:ea typeface="MS PGothic" pitchFamily="34" charset="-128"/>
              </a:defRPr>
            </a:lvl9pPr>
          </a:lstStyle>
          <a:p>
            <a:pPr algn="ctr" eaLnBrk="1" hangingPunct="1">
              <a:defRPr/>
            </a:pPr>
            <a:endParaRPr kumimoji="1" lang="en-US" altLang="en-US" smtClean="0">
              <a:latin typeface="Arial" pitchFamily="34" charset="0"/>
            </a:endParaRPr>
          </a:p>
        </p:txBody>
      </p:sp>
      <p:sp>
        <p:nvSpPr>
          <p:cNvPr id="1031" name="Rectangle 5"/>
          <p:cNvSpPr>
            <a:spLocks noChangeArrowheads="1"/>
          </p:cNvSpPr>
          <p:nvPr/>
        </p:nvSpPr>
        <p:spPr bwMode="ltGray">
          <a:xfrm>
            <a:off x="835025" y="609600"/>
            <a:ext cx="368300" cy="474663"/>
          </a:xfrm>
          <a:prstGeom prst="rect">
            <a:avLst/>
          </a:prstGeom>
          <a:gradFill rotWithShape="0">
            <a:gsLst>
              <a:gs pos="0">
                <a:srgbClr val="00FF00"/>
              </a:gs>
              <a:gs pos="100000">
                <a:srgbClr val="007600"/>
              </a:gs>
            </a:gsLst>
            <a:lin ang="0" scaled="1"/>
          </a:gra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2400">
                <a:solidFill>
                  <a:schemeClr val="tx1"/>
                </a:solidFill>
                <a:latin typeface="Times" pitchFamily="1" charset="0"/>
                <a:ea typeface="MS PGothic" pitchFamily="34" charset="-128"/>
              </a:defRPr>
            </a:lvl1pPr>
            <a:lvl2pPr marL="742950" indent="-285750">
              <a:defRPr sz="2400">
                <a:solidFill>
                  <a:schemeClr val="tx1"/>
                </a:solidFill>
                <a:latin typeface="Times" pitchFamily="1" charset="0"/>
                <a:ea typeface="MS PGothic" pitchFamily="34" charset="-128"/>
              </a:defRPr>
            </a:lvl2pPr>
            <a:lvl3pPr marL="1143000" indent="-228600">
              <a:defRPr sz="2400">
                <a:solidFill>
                  <a:schemeClr val="tx1"/>
                </a:solidFill>
                <a:latin typeface="Times" pitchFamily="1" charset="0"/>
                <a:ea typeface="MS PGothic" pitchFamily="34" charset="-128"/>
              </a:defRPr>
            </a:lvl3pPr>
            <a:lvl4pPr marL="1600200" indent="-228600">
              <a:defRPr sz="2400">
                <a:solidFill>
                  <a:schemeClr val="tx1"/>
                </a:solidFill>
                <a:latin typeface="Times" pitchFamily="1" charset="0"/>
                <a:ea typeface="MS PGothic" pitchFamily="34" charset="-128"/>
              </a:defRPr>
            </a:lvl4pPr>
            <a:lvl5pPr marL="2057400" indent="-228600">
              <a:defRPr sz="2400">
                <a:solidFill>
                  <a:schemeClr val="tx1"/>
                </a:solidFill>
                <a:latin typeface="Times" pitchFamily="1" charset="0"/>
                <a:ea typeface="MS PGothic" pitchFamily="34" charset="-128"/>
              </a:defRPr>
            </a:lvl5pPr>
            <a:lvl6pPr marL="2514600" indent="-228600" eaLnBrk="0" fontAlgn="base" hangingPunct="0">
              <a:spcBef>
                <a:spcPct val="0"/>
              </a:spcBef>
              <a:spcAft>
                <a:spcPct val="0"/>
              </a:spcAft>
              <a:defRPr sz="2400">
                <a:solidFill>
                  <a:schemeClr val="tx1"/>
                </a:solidFill>
                <a:latin typeface="Times" pitchFamily="1" charset="0"/>
                <a:ea typeface="MS PGothic" pitchFamily="34" charset="-128"/>
              </a:defRPr>
            </a:lvl6pPr>
            <a:lvl7pPr marL="2971800" indent="-228600" eaLnBrk="0" fontAlgn="base" hangingPunct="0">
              <a:spcBef>
                <a:spcPct val="0"/>
              </a:spcBef>
              <a:spcAft>
                <a:spcPct val="0"/>
              </a:spcAft>
              <a:defRPr sz="2400">
                <a:solidFill>
                  <a:schemeClr val="tx1"/>
                </a:solidFill>
                <a:latin typeface="Times" pitchFamily="1" charset="0"/>
                <a:ea typeface="MS PGothic" pitchFamily="34" charset="-128"/>
              </a:defRPr>
            </a:lvl7pPr>
            <a:lvl8pPr marL="3429000" indent="-228600" eaLnBrk="0" fontAlgn="base" hangingPunct="0">
              <a:spcBef>
                <a:spcPct val="0"/>
              </a:spcBef>
              <a:spcAft>
                <a:spcPct val="0"/>
              </a:spcAft>
              <a:defRPr sz="2400">
                <a:solidFill>
                  <a:schemeClr val="tx1"/>
                </a:solidFill>
                <a:latin typeface="Times" pitchFamily="1" charset="0"/>
                <a:ea typeface="MS PGothic" pitchFamily="34" charset="-128"/>
              </a:defRPr>
            </a:lvl8pPr>
            <a:lvl9pPr marL="3886200" indent="-228600" eaLnBrk="0" fontAlgn="base" hangingPunct="0">
              <a:spcBef>
                <a:spcPct val="0"/>
              </a:spcBef>
              <a:spcAft>
                <a:spcPct val="0"/>
              </a:spcAft>
              <a:defRPr sz="2400">
                <a:solidFill>
                  <a:schemeClr val="tx1"/>
                </a:solidFill>
                <a:latin typeface="Times" pitchFamily="1" charset="0"/>
                <a:ea typeface="MS PGothic" pitchFamily="34" charset="-128"/>
              </a:defRPr>
            </a:lvl9pPr>
          </a:lstStyle>
          <a:p>
            <a:pPr algn="ctr" eaLnBrk="1" hangingPunct="1">
              <a:defRPr/>
            </a:pPr>
            <a:endParaRPr kumimoji="1" lang="en-US" altLang="en-US" smtClean="0">
              <a:latin typeface="Arial" pitchFamily="34" charset="0"/>
            </a:endParaRPr>
          </a:p>
        </p:txBody>
      </p:sp>
      <p:sp>
        <p:nvSpPr>
          <p:cNvPr id="3078" name="Rectangle 6"/>
          <p:cNvSpPr>
            <a:spLocks noChangeArrowheads="1"/>
          </p:cNvSpPr>
          <p:nvPr/>
        </p:nvSpPr>
        <p:spPr bwMode="ltGray">
          <a:xfrm>
            <a:off x="225425" y="533400"/>
            <a:ext cx="457200" cy="422275"/>
          </a:xfrm>
          <a:prstGeom prst="rect">
            <a:avLst/>
          </a:prstGeom>
          <a:gradFill rotWithShape="0">
            <a:gsLst>
              <a:gs pos="0">
                <a:schemeClr val="folHlink">
                  <a:gamma/>
                  <a:tint val="45490"/>
                  <a:invGamma/>
                </a:schemeClr>
              </a:gs>
              <a:gs pos="100000">
                <a:schemeClr val="folHlink"/>
              </a:gs>
            </a:gsLst>
            <a:lin ang="18900000" scaled="1"/>
          </a:gradFill>
          <a:ln w="9525">
            <a:noFill/>
            <a:miter lim="800000"/>
            <a:headEnd/>
            <a:tailEnd/>
          </a:ln>
          <a:effectLst/>
        </p:spPr>
        <p:txBody>
          <a:bodyPr wrap="none" anchor="ctr"/>
          <a:lstStyle/>
          <a:p>
            <a:pPr algn="ctr" eaLnBrk="1" hangingPunct="1">
              <a:defRPr/>
            </a:pPr>
            <a:endParaRPr kumimoji="1" lang="en-US">
              <a:latin typeface="Arial" charset="0"/>
              <a:ea typeface="+mn-ea"/>
            </a:endParaRPr>
          </a:p>
        </p:txBody>
      </p:sp>
      <p:sp>
        <p:nvSpPr>
          <p:cNvPr id="1033" name="Rectangle 7"/>
          <p:cNvSpPr>
            <a:spLocks noChangeArrowheads="1"/>
          </p:cNvSpPr>
          <p:nvPr/>
        </p:nvSpPr>
        <p:spPr bwMode="gray">
          <a:xfrm>
            <a:off x="758825" y="152400"/>
            <a:ext cx="31750" cy="1052513"/>
          </a:xfrm>
          <a:prstGeom prst="rect">
            <a:avLst/>
          </a:prstGeom>
          <a:solidFill>
            <a:srgbClr val="993300"/>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2400">
                <a:solidFill>
                  <a:schemeClr val="tx1"/>
                </a:solidFill>
                <a:latin typeface="Times" pitchFamily="1" charset="0"/>
                <a:ea typeface="MS PGothic" pitchFamily="34" charset="-128"/>
              </a:defRPr>
            </a:lvl1pPr>
            <a:lvl2pPr marL="742950" indent="-285750">
              <a:defRPr sz="2400">
                <a:solidFill>
                  <a:schemeClr val="tx1"/>
                </a:solidFill>
                <a:latin typeface="Times" pitchFamily="1" charset="0"/>
                <a:ea typeface="MS PGothic" pitchFamily="34" charset="-128"/>
              </a:defRPr>
            </a:lvl2pPr>
            <a:lvl3pPr marL="1143000" indent="-228600">
              <a:defRPr sz="2400">
                <a:solidFill>
                  <a:schemeClr val="tx1"/>
                </a:solidFill>
                <a:latin typeface="Times" pitchFamily="1" charset="0"/>
                <a:ea typeface="MS PGothic" pitchFamily="34" charset="-128"/>
              </a:defRPr>
            </a:lvl3pPr>
            <a:lvl4pPr marL="1600200" indent="-228600">
              <a:defRPr sz="2400">
                <a:solidFill>
                  <a:schemeClr val="tx1"/>
                </a:solidFill>
                <a:latin typeface="Times" pitchFamily="1" charset="0"/>
                <a:ea typeface="MS PGothic" pitchFamily="34" charset="-128"/>
              </a:defRPr>
            </a:lvl4pPr>
            <a:lvl5pPr marL="2057400" indent="-228600">
              <a:defRPr sz="2400">
                <a:solidFill>
                  <a:schemeClr val="tx1"/>
                </a:solidFill>
                <a:latin typeface="Times" pitchFamily="1" charset="0"/>
                <a:ea typeface="MS PGothic" pitchFamily="34" charset="-128"/>
              </a:defRPr>
            </a:lvl5pPr>
            <a:lvl6pPr marL="2514600" indent="-228600" eaLnBrk="0" fontAlgn="base" hangingPunct="0">
              <a:spcBef>
                <a:spcPct val="0"/>
              </a:spcBef>
              <a:spcAft>
                <a:spcPct val="0"/>
              </a:spcAft>
              <a:defRPr sz="2400">
                <a:solidFill>
                  <a:schemeClr val="tx1"/>
                </a:solidFill>
                <a:latin typeface="Times" pitchFamily="1" charset="0"/>
                <a:ea typeface="MS PGothic" pitchFamily="34" charset="-128"/>
              </a:defRPr>
            </a:lvl6pPr>
            <a:lvl7pPr marL="2971800" indent="-228600" eaLnBrk="0" fontAlgn="base" hangingPunct="0">
              <a:spcBef>
                <a:spcPct val="0"/>
              </a:spcBef>
              <a:spcAft>
                <a:spcPct val="0"/>
              </a:spcAft>
              <a:defRPr sz="2400">
                <a:solidFill>
                  <a:schemeClr val="tx1"/>
                </a:solidFill>
                <a:latin typeface="Times" pitchFamily="1" charset="0"/>
                <a:ea typeface="MS PGothic" pitchFamily="34" charset="-128"/>
              </a:defRPr>
            </a:lvl7pPr>
            <a:lvl8pPr marL="3429000" indent="-228600" eaLnBrk="0" fontAlgn="base" hangingPunct="0">
              <a:spcBef>
                <a:spcPct val="0"/>
              </a:spcBef>
              <a:spcAft>
                <a:spcPct val="0"/>
              </a:spcAft>
              <a:defRPr sz="2400">
                <a:solidFill>
                  <a:schemeClr val="tx1"/>
                </a:solidFill>
                <a:latin typeface="Times" pitchFamily="1" charset="0"/>
                <a:ea typeface="MS PGothic" pitchFamily="34" charset="-128"/>
              </a:defRPr>
            </a:lvl8pPr>
            <a:lvl9pPr marL="3886200" indent="-228600" eaLnBrk="0" fontAlgn="base" hangingPunct="0">
              <a:spcBef>
                <a:spcPct val="0"/>
              </a:spcBef>
              <a:spcAft>
                <a:spcPct val="0"/>
              </a:spcAft>
              <a:defRPr sz="2400">
                <a:solidFill>
                  <a:schemeClr val="tx1"/>
                </a:solidFill>
                <a:latin typeface="Times" pitchFamily="1" charset="0"/>
                <a:ea typeface="MS PGothic" pitchFamily="34" charset="-128"/>
              </a:defRPr>
            </a:lvl9pPr>
          </a:lstStyle>
          <a:p>
            <a:pPr algn="ctr" eaLnBrk="1" hangingPunct="1">
              <a:defRPr/>
            </a:pPr>
            <a:endParaRPr kumimoji="1" lang="en-US" altLang="en-US" smtClean="0">
              <a:latin typeface="Arial" pitchFamily="34" charset="0"/>
            </a:endParaRPr>
          </a:p>
        </p:txBody>
      </p:sp>
      <p:sp>
        <p:nvSpPr>
          <p:cNvPr id="1034" name="Rectangle 8"/>
          <p:cNvSpPr>
            <a:spLocks noChangeArrowheads="1"/>
          </p:cNvSpPr>
          <p:nvPr/>
        </p:nvSpPr>
        <p:spPr bwMode="gray">
          <a:xfrm>
            <a:off x="457200" y="990600"/>
            <a:ext cx="8683625" cy="46038"/>
          </a:xfrm>
          <a:prstGeom prst="rect">
            <a:avLst/>
          </a:prstGeom>
          <a:gradFill rotWithShape="0">
            <a:gsLst>
              <a:gs pos="0">
                <a:srgbClr val="471800"/>
              </a:gs>
              <a:gs pos="100000">
                <a:srgbClr val="993300"/>
              </a:gs>
            </a:gsLst>
            <a:lin ang="0" scaled="1"/>
          </a:gra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2400">
                <a:solidFill>
                  <a:schemeClr val="tx1"/>
                </a:solidFill>
                <a:latin typeface="Times" pitchFamily="1" charset="0"/>
                <a:ea typeface="MS PGothic" pitchFamily="34" charset="-128"/>
              </a:defRPr>
            </a:lvl1pPr>
            <a:lvl2pPr marL="742950" indent="-285750">
              <a:defRPr sz="2400">
                <a:solidFill>
                  <a:schemeClr val="tx1"/>
                </a:solidFill>
                <a:latin typeface="Times" pitchFamily="1" charset="0"/>
                <a:ea typeface="MS PGothic" pitchFamily="34" charset="-128"/>
              </a:defRPr>
            </a:lvl2pPr>
            <a:lvl3pPr marL="1143000" indent="-228600">
              <a:defRPr sz="2400">
                <a:solidFill>
                  <a:schemeClr val="tx1"/>
                </a:solidFill>
                <a:latin typeface="Times" pitchFamily="1" charset="0"/>
                <a:ea typeface="MS PGothic" pitchFamily="34" charset="-128"/>
              </a:defRPr>
            </a:lvl3pPr>
            <a:lvl4pPr marL="1600200" indent="-228600">
              <a:defRPr sz="2400">
                <a:solidFill>
                  <a:schemeClr val="tx1"/>
                </a:solidFill>
                <a:latin typeface="Times" pitchFamily="1" charset="0"/>
                <a:ea typeface="MS PGothic" pitchFamily="34" charset="-128"/>
              </a:defRPr>
            </a:lvl4pPr>
            <a:lvl5pPr marL="2057400" indent="-228600">
              <a:defRPr sz="2400">
                <a:solidFill>
                  <a:schemeClr val="tx1"/>
                </a:solidFill>
                <a:latin typeface="Times" pitchFamily="1" charset="0"/>
                <a:ea typeface="MS PGothic" pitchFamily="34" charset="-128"/>
              </a:defRPr>
            </a:lvl5pPr>
            <a:lvl6pPr marL="2514600" indent="-228600" eaLnBrk="0" fontAlgn="base" hangingPunct="0">
              <a:spcBef>
                <a:spcPct val="0"/>
              </a:spcBef>
              <a:spcAft>
                <a:spcPct val="0"/>
              </a:spcAft>
              <a:defRPr sz="2400">
                <a:solidFill>
                  <a:schemeClr val="tx1"/>
                </a:solidFill>
                <a:latin typeface="Times" pitchFamily="1" charset="0"/>
                <a:ea typeface="MS PGothic" pitchFamily="34" charset="-128"/>
              </a:defRPr>
            </a:lvl6pPr>
            <a:lvl7pPr marL="2971800" indent="-228600" eaLnBrk="0" fontAlgn="base" hangingPunct="0">
              <a:spcBef>
                <a:spcPct val="0"/>
              </a:spcBef>
              <a:spcAft>
                <a:spcPct val="0"/>
              </a:spcAft>
              <a:defRPr sz="2400">
                <a:solidFill>
                  <a:schemeClr val="tx1"/>
                </a:solidFill>
                <a:latin typeface="Times" pitchFamily="1" charset="0"/>
                <a:ea typeface="MS PGothic" pitchFamily="34" charset="-128"/>
              </a:defRPr>
            </a:lvl7pPr>
            <a:lvl8pPr marL="3429000" indent="-228600" eaLnBrk="0" fontAlgn="base" hangingPunct="0">
              <a:spcBef>
                <a:spcPct val="0"/>
              </a:spcBef>
              <a:spcAft>
                <a:spcPct val="0"/>
              </a:spcAft>
              <a:defRPr sz="2400">
                <a:solidFill>
                  <a:schemeClr val="tx1"/>
                </a:solidFill>
                <a:latin typeface="Times" pitchFamily="1" charset="0"/>
                <a:ea typeface="MS PGothic" pitchFamily="34" charset="-128"/>
              </a:defRPr>
            </a:lvl8pPr>
            <a:lvl9pPr marL="3886200" indent="-228600" eaLnBrk="0" fontAlgn="base" hangingPunct="0">
              <a:spcBef>
                <a:spcPct val="0"/>
              </a:spcBef>
              <a:spcAft>
                <a:spcPct val="0"/>
              </a:spcAft>
              <a:defRPr sz="2400">
                <a:solidFill>
                  <a:schemeClr val="tx1"/>
                </a:solidFill>
                <a:latin typeface="Times" pitchFamily="1" charset="0"/>
                <a:ea typeface="MS PGothic" pitchFamily="34" charset="-128"/>
              </a:defRPr>
            </a:lvl9pPr>
          </a:lstStyle>
          <a:p>
            <a:pPr algn="ctr" eaLnBrk="1" hangingPunct="1">
              <a:defRPr/>
            </a:pPr>
            <a:endParaRPr kumimoji="1" lang="en-US" altLang="en-US" smtClean="0">
              <a:solidFill>
                <a:srgbClr val="993300"/>
              </a:solidFill>
              <a:latin typeface="Arial" pitchFamily="34" charset="0"/>
            </a:endParaRPr>
          </a:p>
        </p:txBody>
      </p:sp>
    </p:spTree>
  </p:cSld>
  <p:clrMap bg1="lt1" tx1="dk1" bg2="lt2" tx2="dk2" accent1="accent1" accent2="accent2" accent3="accent3" accent4="accent4" accent5="accent5" accent6="accent6" hlink="hlink" folHlink="folHlink"/>
  <p:sldLayoutIdLst>
    <p:sldLayoutId id="2147483818" r:id="rId1"/>
    <p:sldLayoutId id="2147483808" r:id="rId2"/>
    <p:sldLayoutId id="2147483809" r:id="rId3"/>
    <p:sldLayoutId id="2147483810" r:id="rId4"/>
    <p:sldLayoutId id="2147483811" r:id="rId5"/>
    <p:sldLayoutId id="2147483812" r:id="rId6"/>
    <p:sldLayoutId id="2147483813" r:id="rId7"/>
    <p:sldLayoutId id="2147483814" r:id="rId8"/>
    <p:sldLayoutId id="2147483815" r:id="rId9"/>
    <p:sldLayoutId id="2147483816" r:id="rId10"/>
    <p:sldLayoutId id="2147483817" r:id="rId11"/>
    <p:sldLayoutId id="2147483819" r:id="rId12"/>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1555">
                                            <p:txEl>
                                              <p:pRg st="0" end="0"/>
                                            </p:txEl>
                                          </p:spTgt>
                                        </p:tgtEl>
                                        <p:attrNameLst>
                                          <p:attrName>style.visibility</p:attrName>
                                        </p:attrNameLst>
                                      </p:cBhvr>
                                      <p:to>
                                        <p:strVal val="visible"/>
                                      </p:to>
                                    </p:set>
                                    <p:animEffect transition="in" filter="wipe(left)">
                                      <p:cBhvr>
                                        <p:cTn id="7" dur="500"/>
                                        <p:tgtEl>
                                          <p:spTgt spid="15155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1555">
                                            <p:txEl>
                                              <p:pRg st="1" end="1"/>
                                            </p:txEl>
                                          </p:spTgt>
                                        </p:tgtEl>
                                        <p:attrNameLst>
                                          <p:attrName>style.visibility</p:attrName>
                                        </p:attrNameLst>
                                      </p:cBhvr>
                                      <p:to>
                                        <p:strVal val="visible"/>
                                      </p:to>
                                    </p:set>
                                    <p:animEffect transition="in" filter="wipe(left)">
                                      <p:cBhvr>
                                        <p:cTn id="12" dur="500"/>
                                        <p:tgtEl>
                                          <p:spTgt spid="15155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1555">
                                            <p:txEl>
                                              <p:pRg st="2" end="2"/>
                                            </p:txEl>
                                          </p:spTgt>
                                        </p:tgtEl>
                                        <p:attrNameLst>
                                          <p:attrName>style.visibility</p:attrName>
                                        </p:attrNameLst>
                                      </p:cBhvr>
                                      <p:to>
                                        <p:strVal val="visible"/>
                                      </p:to>
                                    </p:set>
                                    <p:animEffect transition="in" filter="wipe(left)">
                                      <p:cBhvr>
                                        <p:cTn id="17" dur="500"/>
                                        <p:tgtEl>
                                          <p:spTgt spid="15155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51555">
                                            <p:txEl>
                                              <p:pRg st="3" end="3"/>
                                            </p:txEl>
                                          </p:spTgt>
                                        </p:tgtEl>
                                        <p:attrNameLst>
                                          <p:attrName>style.visibility</p:attrName>
                                        </p:attrNameLst>
                                      </p:cBhvr>
                                      <p:to>
                                        <p:strVal val="visible"/>
                                      </p:to>
                                    </p:set>
                                    <p:animEffect transition="in" filter="wipe(left)">
                                      <p:cBhvr>
                                        <p:cTn id="22" dur="500"/>
                                        <p:tgtEl>
                                          <p:spTgt spid="15155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51555">
                                            <p:txEl>
                                              <p:pRg st="4" end="4"/>
                                            </p:txEl>
                                          </p:spTgt>
                                        </p:tgtEl>
                                        <p:attrNameLst>
                                          <p:attrName>style.visibility</p:attrName>
                                        </p:attrNameLst>
                                      </p:cBhvr>
                                      <p:to>
                                        <p:strVal val="visible"/>
                                      </p:to>
                                    </p:set>
                                    <p:animEffect transition="in" filter="wipe(left)">
                                      <p:cBhvr>
                                        <p:cTn id="27" dur="500"/>
                                        <p:tgtEl>
                                          <p:spTgt spid="15155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555" grpId="0" build="p" bldLvl="5" autoUpdateAnimBg="0">
        <p:tmplLst>
          <p:tmpl lvl="1">
            <p:tnLst>
              <p:par>
                <p:cTn presetID="22" presetClass="entr" presetSubtype="8" fill="hold" nodeType="clickEffect">
                  <p:stCondLst>
                    <p:cond delay="0"/>
                  </p:stCondLst>
                  <p:childTnLst>
                    <p:set>
                      <p:cBhvr>
                        <p:cTn dur="1" fill="hold">
                          <p:stCondLst>
                            <p:cond delay="0"/>
                          </p:stCondLst>
                        </p:cTn>
                        <p:tgtEl>
                          <p:spTgt spid="151555"/>
                        </p:tgtEl>
                        <p:attrNameLst>
                          <p:attrName>style.visibility</p:attrName>
                        </p:attrNameLst>
                      </p:cBhvr>
                      <p:to>
                        <p:strVal val="visible"/>
                      </p:to>
                    </p:set>
                    <p:animEffect transition="in" filter="wipe(left)">
                      <p:cBhvr>
                        <p:cTn dur="500"/>
                        <p:tgtEl>
                          <p:spTgt spid="151555"/>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151555"/>
                        </p:tgtEl>
                        <p:attrNameLst>
                          <p:attrName>style.visibility</p:attrName>
                        </p:attrNameLst>
                      </p:cBhvr>
                      <p:to>
                        <p:strVal val="visible"/>
                      </p:to>
                    </p:set>
                    <p:animEffect transition="in" filter="wipe(left)">
                      <p:cBhvr>
                        <p:cTn dur="500"/>
                        <p:tgtEl>
                          <p:spTgt spid="151555"/>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151555"/>
                        </p:tgtEl>
                        <p:attrNameLst>
                          <p:attrName>style.visibility</p:attrName>
                        </p:attrNameLst>
                      </p:cBhvr>
                      <p:to>
                        <p:strVal val="visible"/>
                      </p:to>
                    </p:set>
                    <p:animEffect transition="in" filter="wipe(left)">
                      <p:cBhvr>
                        <p:cTn dur="500"/>
                        <p:tgtEl>
                          <p:spTgt spid="151555"/>
                        </p:tgtEl>
                      </p:cBhvr>
                    </p:animEffect>
                  </p:childTnLst>
                </p:cTn>
              </p:par>
            </p:tnLst>
          </p:tmpl>
          <p:tmpl lvl="4">
            <p:tnLst>
              <p:par>
                <p:cTn presetID="22" presetClass="entr" presetSubtype="8" fill="hold" nodeType="clickEffect">
                  <p:stCondLst>
                    <p:cond delay="0"/>
                  </p:stCondLst>
                  <p:childTnLst>
                    <p:set>
                      <p:cBhvr>
                        <p:cTn dur="1" fill="hold">
                          <p:stCondLst>
                            <p:cond delay="0"/>
                          </p:stCondLst>
                        </p:cTn>
                        <p:tgtEl>
                          <p:spTgt spid="151555"/>
                        </p:tgtEl>
                        <p:attrNameLst>
                          <p:attrName>style.visibility</p:attrName>
                        </p:attrNameLst>
                      </p:cBhvr>
                      <p:to>
                        <p:strVal val="visible"/>
                      </p:to>
                    </p:set>
                    <p:animEffect transition="in" filter="wipe(left)">
                      <p:cBhvr>
                        <p:cTn dur="500"/>
                        <p:tgtEl>
                          <p:spTgt spid="151555"/>
                        </p:tgtEl>
                      </p:cBhvr>
                    </p:animEffect>
                  </p:childTnLst>
                </p:cTn>
              </p:par>
            </p:tnLst>
          </p:tmpl>
          <p:tmpl lvl="5">
            <p:tnLst>
              <p:par>
                <p:cTn presetID="22" presetClass="entr" presetSubtype="8" fill="hold" nodeType="clickEffect">
                  <p:stCondLst>
                    <p:cond delay="0"/>
                  </p:stCondLst>
                  <p:childTnLst>
                    <p:set>
                      <p:cBhvr>
                        <p:cTn dur="1" fill="hold">
                          <p:stCondLst>
                            <p:cond delay="0"/>
                          </p:stCondLst>
                        </p:cTn>
                        <p:tgtEl>
                          <p:spTgt spid="151555"/>
                        </p:tgtEl>
                        <p:attrNameLst>
                          <p:attrName>style.visibility</p:attrName>
                        </p:attrNameLst>
                      </p:cBhvr>
                      <p:to>
                        <p:strVal val="visible"/>
                      </p:to>
                    </p:set>
                    <p:animEffect transition="in" filter="wipe(left)">
                      <p:cBhvr>
                        <p:cTn dur="500"/>
                        <p:tgtEl>
                          <p:spTgt spid="151555"/>
                        </p:tgtEl>
                      </p:cBhvr>
                    </p:animEffect>
                  </p:childTnLst>
                </p:cTn>
              </p:par>
            </p:tnLst>
          </p:tmpl>
        </p:tmplLst>
      </p:bldP>
    </p:bldLst>
  </p:timing>
  <p:hf hdr="0" ftr="0" dt="0"/>
  <p:txStyles>
    <p:titleStyle>
      <a:lvl1pPr algn="l" rtl="0" eaLnBrk="0" fontAlgn="base" hangingPunct="0">
        <a:spcBef>
          <a:spcPct val="0"/>
        </a:spcBef>
        <a:spcAft>
          <a:spcPct val="0"/>
        </a:spcAft>
        <a:defRPr sz="4000">
          <a:solidFill>
            <a:srgbClr val="993300"/>
          </a:solidFill>
          <a:latin typeface="+mj-lt"/>
          <a:ea typeface="MS PGothic" pitchFamily="34" charset="-128"/>
          <a:cs typeface="MS PGothic" charset="0"/>
        </a:defRPr>
      </a:lvl1pPr>
      <a:lvl2pPr algn="l" rtl="0" eaLnBrk="0" fontAlgn="base" hangingPunct="0">
        <a:spcBef>
          <a:spcPct val="0"/>
        </a:spcBef>
        <a:spcAft>
          <a:spcPct val="0"/>
        </a:spcAft>
        <a:defRPr sz="4000">
          <a:solidFill>
            <a:srgbClr val="993300"/>
          </a:solidFill>
          <a:latin typeface="Times New Roman" charset="0"/>
          <a:ea typeface="MS PGothic" pitchFamily="34" charset="-128"/>
          <a:cs typeface="MS PGothic" charset="0"/>
        </a:defRPr>
      </a:lvl2pPr>
      <a:lvl3pPr algn="l" rtl="0" eaLnBrk="0" fontAlgn="base" hangingPunct="0">
        <a:spcBef>
          <a:spcPct val="0"/>
        </a:spcBef>
        <a:spcAft>
          <a:spcPct val="0"/>
        </a:spcAft>
        <a:defRPr sz="4000">
          <a:solidFill>
            <a:srgbClr val="993300"/>
          </a:solidFill>
          <a:latin typeface="Times New Roman" charset="0"/>
          <a:ea typeface="MS PGothic" pitchFamily="34" charset="-128"/>
          <a:cs typeface="MS PGothic" charset="0"/>
        </a:defRPr>
      </a:lvl3pPr>
      <a:lvl4pPr algn="l" rtl="0" eaLnBrk="0" fontAlgn="base" hangingPunct="0">
        <a:spcBef>
          <a:spcPct val="0"/>
        </a:spcBef>
        <a:spcAft>
          <a:spcPct val="0"/>
        </a:spcAft>
        <a:defRPr sz="4000">
          <a:solidFill>
            <a:srgbClr val="993300"/>
          </a:solidFill>
          <a:latin typeface="Times New Roman" charset="0"/>
          <a:ea typeface="MS PGothic" pitchFamily="34" charset="-128"/>
          <a:cs typeface="MS PGothic" charset="0"/>
        </a:defRPr>
      </a:lvl4pPr>
      <a:lvl5pPr algn="l" rtl="0" eaLnBrk="0" fontAlgn="base" hangingPunct="0">
        <a:spcBef>
          <a:spcPct val="0"/>
        </a:spcBef>
        <a:spcAft>
          <a:spcPct val="0"/>
        </a:spcAft>
        <a:defRPr sz="4000">
          <a:solidFill>
            <a:srgbClr val="993300"/>
          </a:solidFill>
          <a:latin typeface="Times New Roman" charset="0"/>
          <a:ea typeface="MS PGothic" pitchFamily="34" charset="-128"/>
          <a:cs typeface="MS PGothic" charset="0"/>
        </a:defRPr>
      </a:lvl5pPr>
      <a:lvl6pPr marL="457200" algn="l" rtl="0" fontAlgn="base">
        <a:spcBef>
          <a:spcPct val="0"/>
        </a:spcBef>
        <a:spcAft>
          <a:spcPct val="0"/>
        </a:spcAft>
        <a:defRPr sz="4000">
          <a:solidFill>
            <a:srgbClr val="993300"/>
          </a:solidFill>
          <a:latin typeface="Times New Roman" charset="0"/>
        </a:defRPr>
      </a:lvl6pPr>
      <a:lvl7pPr marL="914400" algn="l" rtl="0" fontAlgn="base">
        <a:spcBef>
          <a:spcPct val="0"/>
        </a:spcBef>
        <a:spcAft>
          <a:spcPct val="0"/>
        </a:spcAft>
        <a:defRPr sz="4000">
          <a:solidFill>
            <a:srgbClr val="993300"/>
          </a:solidFill>
          <a:latin typeface="Times New Roman" charset="0"/>
        </a:defRPr>
      </a:lvl7pPr>
      <a:lvl8pPr marL="1371600" algn="l" rtl="0" fontAlgn="base">
        <a:spcBef>
          <a:spcPct val="0"/>
        </a:spcBef>
        <a:spcAft>
          <a:spcPct val="0"/>
        </a:spcAft>
        <a:defRPr sz="4000">
          <a:solidFill>
            <a:srgbClr val="993300"/>
          </a:solidFill>
          <a:latin typeface="Times New Roman" charset="0"/>
        </a:defRPr>
      </a:lvl8pPr>
      <a:lvl9pPr marL="1828800" algn="l" rtl="0" fontAlgn="base">
        <a:spcBef>
          <a:spcPct val="0"/>
        </a:spcBef>
        <a:spcAft>
          <a:spcPct val="0"/>
        </a:spcAft>
        <a:defRPr sz="4000">
          <a:solidFill>
            <a:srgbClr val="993300"/>
          </a:solidFill>
          <a:latin typeface="Times New Roman" charset="0"/>
        </a:defRPr>
      </a:lvl9pPr>
    </p:titleStyle>
    <p:bodyStyle>
      <a:lvl1pPr marL="342900" indent="-342900" algn="l" rtl="0" eaLnBrk="0" fontAlgn="base" hangingPunct="0">
        <a:spcBef>
          <a:spcPct val="20000"/>
        </a:spcBef>
        <a:spcAft>
          <a:spcPct val="0"/>
        </a:spcAft>
        <a:buClr>
          <a:schemeClr val="folHlink"/>
        </a:buClr>
        <a:buSzPct val="60000"/>
        <a:buFont typeface="Wingdings" pitchFamily="2" charset="2"/>
        <a:buChar char="n"/>
        <a:defRPr sz="2800">
          <a:solidFill>
            <a:schemeClr val="tx1"/>
          </a:solidFill>
          <a:latin typeface="+mn-lt"/>
          <a:ea typeface="MS PGothic" pitchFamily="34" charset="-128"/>
          <a:cs typeface="MS PGothic" charset="0"/>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400">
          <a:solidFill>
            <a:schemeClr val="tx1"/>
          </a:solidFill>
          <a:latin typeface="+mn-lt"/>
          <a:ea typeface="MS PGothic" pitchFamily="34" charset="-128"/>
          <a:cs typeface="MS PGothic" charset="0"/>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000">
          <a:solidFill>
            <a:schemeClr val="tx1"/>
          </a:solidFill>
          <a:latin typeface="+mn-lt"/>
          <a:ea typeface="MS PGothic" pitchFamily="34" charset="-128"/>
          <a:cs typeface="MS PGothic" charset="0"/>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ea typeface="MS PGothic" pitchFamily="34" charset="-128"/>
          <a:cs typeface="MS PGothic" charset="0"/>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ea typeface="MS PGothic" pitchFamily="34" charset="-128"/>
          <a:cs typeface="MS PGothic" charset="0"/>
        </a:defRPr>
      </a:lvl5pPr>
      <a:lvl6pPr marL="2514600" indent="-228600" algn="l" rtl="0" fontAlgn="base">
        <a:spcBef>
          <a:spcPct val="20000"/>
        </a:spcBef>
        <a:spcAft>
          <a:spcPct val="0"/>
        </a:spcAft>
        <a:buClr>
          <a:schemeClr val="accent1"/>
        </a:buClr>
        <a:buSzPct val="50000"/>
        <a:buFont typeface="Wingdings" charset="2"/>
        <a:buChar char="n"/>
        <a:defRPr>
          <a:solidFill>
            <a:schemeClr val="tx1"/>
          </a:solidFill>
          <a:latin typeface="+mn-lt"/>
        </a:defRPr>
      </a:lvl6pPr>
      <a:lvl7pPr marL="2971800" indent="-228600" algn="l" rtl="0" fontAlgn="base">
        <a:spcBef>
          <a:spcPct val="20000"/>
        </a:spcBef>
        <a:spcAft>
          <a:spcPct val="0"/>
        </a:spcAft>
        <a:buClr>
          <a:schemeClr val="accent1"/>
        </a:buClr>
        <a:buSzPct val="50000"/>
        <a:buFont typeface="Wingdings" charset="2"/>
        <a:buChar char="n"/>
        <a:defRPr>
          <a:solidFill>
            <a:schemeClr val="tx1"/>
          </a:solidFill>
          <a:latin typeface="+mn-lt"/>
        </a:defRPr>
      </a:lvl7pPr>
      <a:lvl8pPr marL="3429000" indent="-228600" algn="l" rtl="0" fontAlgn="base">
        <a:spcBef>
          <a:spcPct val="20000"/>
        </a:spcBef>
        <a:spcAft>
          <a:spcPct val="0"/>
        </a:spcAft>
        <a:buClr>
          <a:schemeClr val="accent1"/>
        </a:buClr>
        <a:buSzPct val="50000"/>
        <a:buFont typeface="Wingdings" charset="2"/>
        <a:buChar char="n"/>
        <a:defRPr>
          <a:solidFill>
            <a:schemeClr val="tx1"/>
          </a:solidFill>
          <a:latin typeface="+mn-lt"/>
        </a:defRPr>
      </a:lvl8pPr>
      <a:lvl9pPr marL="3886200" indent="-228600" algn="l" rtl="0" fontAlgn="base">
        <a:spcBef>
          <a:spcPct val="20000"/>
        </a:spcBef>
        <a:spcAft>
          <a:spcPct val="0"/>
        </a:spcAft>
        <a:buClr>
          <a:schemeClr val="accent1"/>
        </a:buClr>
        <a:buSzPct val="50000"/>
        <a:buFont typeface="Wingdings" charset="2"/>
        <a:buChar char="n"/>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p:cNvSpPr>
            <a:spLocks noGrp="1" noChangeArrowheads="1"/>
          </p:cNvSpPr>
          <p:nvPr>
            <p:ph type="ctrTitle"/>
          </p:nvPr>
        </p:nvSpPr>
        <p:spPr/>
        <p:txBody>
          <a:bodyPr/>
          <a:lstStyle/>
          <a:p>
            <a:pPr eaLnBrk="1" hangingPunct="1"/>
            <a:r>
              <a:rPr lang="en-US" sz="3600" dirty="0" smtClean="0"/>
              <a:t>Internet Of Things – Python Programming</a:t>
            </a:r>
          </a:p>
        </p:txBody>
      </p:sp>
      <p:sp>
        <p:nvSpPr>
          <p:cNvPr id="16386" name="Subtitle 1"/>
          <p:cNvSpPr>
            <a:spLocks noGrp="1"/>
          </p:cNvSpPr>
          <p:nvPr>
            <p:ph type="subTitle" idx="1"/>
          </p:nvPr>
        </p:nvSpPr>
        <p:spPr>
          <a:xfrm>
            <a:off x="838200" y="3505200"/>
            <a:ext cx="7620000" cy="685800"/>
          </a:xfrm>
        </p:spPr>
        <p:txBody>
          <a:bodyPr/>
          <a:lstStyle/>
          <a:p>
            <a:pPr>
              <a:buFont typeface="Wingdings" pitchFamily="2" charset="2"/>
              <a:buNone/>
            </a:pPr>
            <a:r>
              <a:rPr lang="en-US" b="1" dirty="0" smtClean="0">
                <a:solidFill>
                  <a:schemeClr val="tx1"/>
                </a:solidFill>
              </a:rPr>
              <a:t>(</a:t>
            </a:r>
            <a:r>
              <a:rPr lang="en-US" b="1" dirty="0" smtClean="0">
                <a:solidFill>
                  <a:schemeClr val="tx1"/>
                </a:solidFill>
              </a:rPr>
              <a:t>Variables, Strings, User Input</a:t>
            </a:r>
            <a:r>
              <a:rPr lang="en-US" b="1" dirty="0" smtClean="0">
                <a:solidFill>
                  <a:schemeClr val="tx1"/>
                </a:solidFill>
              </a:rPr>
              <a:t>)</a:t>
            </a:r>
            <a:endParaRPr lang="en-US" b="1" dirty="0" smtClean="0">
              <a:solidFill>
                <a:schemeClr val="tx1"/>
              </a:solidFill>
            </a:endParaRPr>
          </a:p>
        </p:txBody>
      </p:sp>
      <p:sp>
        <p:nvSpPr>
          <p:cNvPr id="4" name="Rectangle 3"/>
          <p:cNvSpPr/>
          <p:nvPr/>
        </p:nvSpPr>
        <p:spPr bwMode="auto">
          <a:xfrm>
            <a:off x="3886200" y="5257800"/>
            <a:ext cx="1524000" cy="1371600"/>
          </a:xfrm>
          <a:prstGeom prst="rect">
            <a:avLst/>
          </a:prstGeom>
          <a:solidFill>
            <a:schemeClr val="bg1"/>
          </a:solidFill>
          <a:ln w="9525" cap="flat" cmpd="sng" algn="ctr">
            <a:noFill/>
            <a:prstDash val="solid"/>
            <a:round/>
            <a:headEnd type="none" w="med" len="med"/>
            <a:tailEnd type="none" w="med" len="med"/>
          </a:ln>
          <a:effectLst>
            <a:outerShdw blurRad="50800" dist="50800" dir="5400000" algn="ctr" rotWithShape="0">
              <a:schemeClr val="bg1"/>
            </a:outerShdw>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Times" charset="0"/>
            </a:endParaRPr>
          </a:p>
        </p:txBody>
      </p:sp>
      <p:sp>
        <p:nvSpPr>
          <p:cNvPr id="6" name="TextBox 5"/>
          <p:cNvSpPr txBox="1"/>
          <p:nvPr/>
        </p:nvSpPr>
        <p:spPr>
          <a:xfrm>
            <a:off x="1371600" y="609600"/>
            <a:ext cx="6019800" cy="769441"/>
          </a:xfrm>
          <a:prstGeom prst="rect">
            <a:avLst/>
          </a:prstGeom>
          <a:noFill/>
        </p:spPr>
        <p:txBody>
          <a:bodyPr wrap="square" rtlCol="0">
            <a:spAutoFit/>
          </a:bodyPr>
          <a:lstStyle/>
          <a:p>
            <a:pPr algn="ctr"/>
            <a:r>
              <a:rPr lang="en-US" sz="4400" b="1" u="sng" dirty="0" smtClean="0">
                <a:solidFill>
                  <a:schemeClr val="accent2">
                    <a:lumMod val="75000"/>
                  </a:schemeClr>
                </a:solidFill>
              </a:rPr>
              <a:t>KAMYAAB  JAWAN  PAKISTAN</a:t>
            </a:r>
            <a:endParaRPr lang="en-US" sz="4400" b="1" u="sng" dirty="0">
              <a:solidFill>
                <a:schemeClr val="accent2">
                  <a:lumMod val="75000"/>
                </a:schemeClr>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itle 1"/>
          <p:cNvSpPr>
            <a:spLocks noGrp="1"/>
          </p:cNvSpPr>
          <p:nvPr>
            <p:ph type="title"/>
          </p:nvPr>
        </p:nvSpPr>
        <p:spPr>
          <a:xfrm>
            <a:off x="1350962" y="228600"/>
            <a:ext cx="7793038" cy="838200"/>
          </a:xfrm>
        </p:spPr>
        <p:txBody>
          <a:bodyPr/>
          <a:lstStyle/>
          <a:p>
            <a:r>
              <a:rPr lang="en-US" sz="4400" dirty="0" smtClean="0"/>
              <a:t>Variables in Python</a:t>
            </a:r>
            <a:endParaRPr lang="en-US" sz="5400" dirty="0" smtClean="0"/>
          </a:p>
        </p:txBody>
      </p:sp>
      <p:sp>
        <p:nvSpPr>
          <p:cNvPr id="18434" name="Content Placeholder 2"/>
          <p:cNvSpPr>
            <a:spLocks noGrp="1"/>
          </p:cNvSpPr>
          <p:nvPr>
            <p:ph idx="1"/>
          </p:nvPr>
        </p:nvSpPr>
        <p:spPr/>
        <p:txBody>
          <a:bodyPr/>
          <a:lstStyle/>
          <a:p>
            <a:r>
              <a:rPr lang="en-US" dirty="0" smtClean="0"/>
              <a:t>Variables are nothing but reserved memory locations to store values. </a:t>
            </a:r>
          </a:p>
          <a:p>
            <a:r>
              <a:rPr lang="en-US" dirty="0" smtClean="0"/>
              <a:t>This means that when you create a variable you reserve some space in memory.</a:t>
            </a:r>
          </a:p>
          <a:p>
            <a:r>
              <a:rPr lang="en-US" dirty="0" smtClean="0"/>
              <a:t>Create a python file using a variable in </a:t>
            </a:r>
            <a:r>
              <a:rPr lang="en-US" i="1" dirty="0" smtClean="0"/>
              <a:t>hello_world.py </a:t>
            </a:r>
            <a:r>
              <a:rPr lang="en-US" dirty="0" smtClean="0"/>
              <a:t>and add these lines of code using variables.</a:t>
            </a:r>
          </a:p>
          <a:p>
            <a:r>
              <a:rPr lang="en-US" dirty="0" smtClean="0"/>
              <a:t>message = "Hello Python world!“	         print(message)</a:t>
            </a:r>
          </a:p>
          <a:p>
            <a:r>
              <a:rPr lang="en-US" b="1" u="sng" dirty="0" smtClean="0"/>
              <a:t>Output</a:t>
            </a:r>
            <a:r>
              <a:rPr lang="en-US" dirty="0" smtClean="0"/>
              <a:t>  							    Hello Python world!</a:t>
            </a:r>
          </a:p>
          <a:p>
            <a:endParaRPr lang="en-US" dirty="0" smtClean="0"/>
          </a:p>
          <a:p>
            <a:pPr>
              <a:buNone/>
            </a:pPr>
            <a:endParaRPr lang="en-US" dirty="0" smtClean="0"/>
          </a:p>
          <a:p>
            <a:endParaRPr lang="en-US" dirty="0" smtClean="0"/>
          </a:p>
          <a:p>
            <a:pPr>
              <a:buNone/>
            </a:pPr>
            <a:endParaRPr lang="en-US" dirty="0" smtClean="0"/>
          </a:p>
          <a:p>
            <a:endParaRPr lang="en-US" dirty="0" smtClean="0"/>
          </a:p>
          <a:p>
            <a:endParaRPr lang="en-US" dirty="0" smtClean="0"/>
          </a:p>
        </p:txBody>
      </p:sp>
      <p:sp>
        <p:nvSpPr>
          <p:cNvPr id="18435" name="Slide Number Placeholder 3"/>
          <p:cNvSpPr>
            <a:spLocks noGrp="1"/>
          </p:cNvSpPr>
          <p:nvPr>
            <p:ph type="sldNum" sz="quarter" idx="10"/>
          </p:nvPr>
        </p:nvSpPr>
        <p:spPr>
          <a:noFill/>
        </p:spPr>
        <p:txBody>
          <a:bodyPr/>
          <a:lstStyle/>
          <a:p>
            <a:fld id="{DE195EA2-3473-4185-AAD9-0FA2E0CD2902}" type="slidenum">
              <a:rPr lang="en-US"/>
              <a:pPr/>
              <a:t>2</a:t>
            </a:fld>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itle 1"/>
          <p:cNvSpPr>
            <a:spLocks noGrp="1"/>
          </p:cNvSpPr>
          <p:nvPr>
            <p:ph type="title"/>
          </p:nvPr>
        </p:nvSpPr>
        <p:spPr>
          <a:xfrm>
            <a:off x="1350962" y="228600"/>
            <a:ext cx="7793038" cy="838200"/>
          </a:xfrm>
        </p:spPr>
        <p:txBody>
          <a:bodyPr/>
          <a:lstStyle/>
          <a:p>
            <a:r>
              <a:rPr lang="en-US" sz="4800" dirty="0" smtClean="0"/>
              <a:t>Variables in Python</a:t>
            </a:r>
          </a:p>
        </p:txBody>
      </p:sp>
      <p:sp>
        <p:nvSpPr>
          <p:cNvPr id="18434" name="Content Placeholder 2"/>
          <p:cNvSpPr>
            <a:spLocks noGrp="1"/>
          </p:cNvSpPr>
          <p:nvPr>
            <p:ph idx="1"/>
          </p:nvPr>
        </p:nvSpPr>
        <p:spPr/>
        <p:txBody>
          <a:bodyPr/>
          <a:lstStyle/>
          <a:p>
            <a:r>
              <a:rPr lang="en-US" sz="3200" dirty="0" smtClean="0"/>
              <a:t>message = "Hello Python world!“   print(message)         			       message = "Hello Python Crash Course world!“ print(message)</a:t>
            </a:r>
          </a:p>
          <a:p>
            <a:pPr>
              <a:buNone/>
            </a:pPr>
            <a:endParaRPr lang="en-US" sz="3200" dirty="0" smtClean="0"/>
          </a:p>
          <a:p>
            <a:r>
              <a:rPr lang="en-US" sz="3200" b="1" u="sng" dirty="0" smtClean="0"/>
              <a:t>Output</a:t>
            </a:r>
            <a:r>
              <a:rPr lang="en-US" sz="3200" dirty="0" smtClean="0"/>
              <a:t>  							    Hello Python world!				   Hello Python Crash Course world!</a:t>
            </a:r>
          </a:p>
          <a:p>
            <a:endParaRPr lang="en-US" sz="3200" dirty="0" smtClean="0"/>
          </a:p>
          <a:p>
            <a:endParaRPr lang="en-US" dirty="0" smtClean="0"/>
          </a:p>
          <a:p>
            <a:endParaRPr lang="en-US" dirty="0" smtClean="0"/>
          </a:p>
          <a:p>
            <a:endParaRPr lang="en-US" dirty="0" smtClean="0"/>
          </a:p>
        </p:txBody>
      </p:sp>
      <p:sp>
        <p:nvSpPr>
          <p:cNvPr id="18435" name="Slide Number Placeholder 3"/>
          <p:cNvSpPr>
            <a:spLocks noGrp="1"/>
          </p:cNvSpPr>
          <p:nvPr>
            <p:ph type="sldNum" sz="quarter" idx="10"/>
          </p:nvPr>
        </p:nvSpPr>
        <p:spPr>
          <a:noFill/>
        </p:spPr>
        <p:txBody>
          <a:bodyPr/>
          <a:lstStyle/>
          <a:p>
            <a:fld id="{DE195EA2-3473-4185-AAD9-0FA2E0CD2902}" type="slidenum">
              <a:rPr lang="en-US"/>
              <a:pPr/>
              <a:t>3</a:t>
            </a:fld>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itle 1"/>
          <p:cNvSpPr>
            <a:spLocks noGrp="1"/>
          </p:cNvSpPr>
          <p:nvPr>
            <p:ph type="title"/>
          </p:nvPr>
        </p:nvSpPr>
        <p:spPr>
          <a:xfrm>
            <a:off x="1350962" y="228600"/>
            <a:ext cx="7793038" cy="838200"/>
          </a:xfrm>
        </p:spPr>
        <p:txBody>
          <a:bodyPr/>
          <a:lstStyle/>
          <a:p>
            <a:r>
              <a:rPr lang="en-US" dirty="0" smtClean="0"/>
              <a:t>Rules for Naming &amp; Using Variables</a:t>
            </a:r>
          </a:p>
        </p:txBody>
      </p:sp>
      <p:sp>
        <p:nvSpPr>
          <p:cNvPr id="18434" name="Content Placeholder 2"/>
          <p:cNvSpPr>
            <a:spLocks noGrp="1"/>
          </p:cNvSpPr>
          <p:nvPr>
            <p:ph idx="1"/>
          </p:nvPr>
        </p:nvSpPr>
        <p:spPr>
          <a:xfrm>
            <a:off x="457200" y="1371600"/>
            <a:ext cx="8574088" cy="5486400"/>
          </a:xfrm>
        </p:spPr>
        <p:txBody>
          <a:bodyPr/>
          <a:lstStyle/>
          <a:p>
            <a:r>
              <a:rPr lang="en-US" dirty="0" smtClean="0"/>
              <a:t>Variable names can contain only letters, numbers, and underscores. They can start with a letter or an underscore, but not with a number. For instance, you can call a variable </a:t>
            </a:r>
            <a:r>
              <a:rPr lang="en-US" i="1" dirty="0" smtClean="0"/>
              <a:t>message_1 but not 1_message.</a:t>
            </a:r>
          </a:p>
          <a:p>
            <a:r>
              <a:rPr lang="en-US" dirty="0" smtClean="0"/>
              <a:t>Spaces are not allowed in variable names, but underscores can be used to separate words in variable names. For example, </a:t>
            </a:r>
            <a:r>
              <a:rPr lang="en-US" i="1" dirty="0" err="1" smtClean="0"/>
              <a:t>greeting_message</a:t>
            </a:r>
            <a:r>
              <a:rPr lang="en-US" i="1" dirty="0" smtClean="0"/>
              <a:t> works, </a:t>
            </a:r>
            <a:r>
              <a:rPr lang="en-US" dirty="0" smtClean="0"/>
              <a:t>but </a:t>
            </a:r>
            <a:r>
              <a:rPr lang="en-US" i="1" dirty="0" smtClean="0"/>
              <a:t>greeting message </a:t>
            </a:r>
            <a:r>
              <a:rPr lang="en-US" dirty="0" smtClean="0"/>
              <a:t>will cause errors</a:t>
            </a:r>
            <a:r>
              <a:rPr lang="en-US" i="1" dirty="0" smtClean="0"/>
              <a:t>.</a:t>
            </a:r>
          </a:p>
          <a:p>
            <a:r>
              <a:rPr lang="en-US" dirty="0" smtClean="0"/>
              <a:t>Avoid using Python keywords and function names as variable names; that is, do not use words that Python has reserved for a particular programmatic purpose, such as the word </a:t>
            </a:r>
            <a:r>
              <a:rPr lang="en-US" b="1" u="sng" dirty="0" smtClean="0"/>
              <a:t>print</a:t>
            </a:r>
            <a:r>
              <a:rPr lang="en-US" dirty="0" smtClean="0"/>
              <a:t>.</a:t>
            </a:r>
            <a:endParaRPr lang="en-US" i="1" dirty="0" smtClean="0"/>
          </a:p>
          <a:p>
            <a:endParaRPr lang="en-US" dirty="0" smtClean="0"/>
          </a:p>
          <a:p>
            <a:endParaRPr lang="en-US" dirty="0" smtClean="0"/>
          </a:p>
          <a:p>
            <a:endParaRPr lang="en-US" dirty="0" smtClean="0"/>
          </a:p>
        </p:txBody>
      </p:sp>
      <p:sp>
        <p:nvSpPr>
          <p:cNvPr id="18435" name="Slide Number Placeholder 3"/>
          <p:cNvSpPr>
            <a:spLocks noGrp="1"/>
          </p:cNvSpPr>
          <p:nvPr>
            <p:ph type="sldNum" sz="quarter" idx="10"/>
          </p:nvPr>
        </p:nvSpPr>
        <p:spPr>
          <a:noFill/>
        </p:spPr>
        <p:txBody>
          <a:bodyPr/>
          <a:lstStyle/>
          <a:p>
            <a:fld id="{DE195EA2-3473-4185-AAD9-0FA2E0CD2902}" type="slidenum">
              <a:rPr lang="en-US"/>
              <a:pPr/>
              <a:t>4</a:t>
            </a:fld>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itle 1"/>
          <p:cNvSpPr>
            <a:spLocks noGrp="1"/>
          </p:cNvSpPr>
          <p:nvPr>
            <p:ph type="title"/>
          </p:nvPr>
        </p:nvSpPr>
        <p:spPr>
          <a:xfrm>
            <a:off x="1350962" y="228600"/>
            <a:ext cx="7793038" cy="838200"/>
          </a:xfrm>
        </p:spPr>
        <p:txBody>
          <a:bodyPr/>
          <a:lstStyle/>
          <a:p>
            <a:r>
              <a:rPr lang="en-US" dirty="0" smtClean="0"/>
              <a:t>Rules for Naming &amp; Using Variables</a:t>
            </a:r>
          </a:p>
        </p:txBody>
      </p:sp>
      <p:sp>
        <p:nvSpPr>
          <p:cNvPr id="18434" name="Content Placeholder 2"/>
          <p:cNvSpPr>
            <a:spLocks noGrp="1"/>
          </p:cNvSpPr>
          <p:nvPr>
            <p:ph idx="1"/>
          </p:nvPr>
        </p:nvSpPr>
        <p:spPr/>
        <p:txBody>
          <a:bodyPr/>
          <a:lstStyle/>
          <a:p>
            <a:r>
              <a:rPr lang="en-US" dirty="0" smtClean="0"/>
              <a:t>Variable names should be short but descriptive. For example, </a:t>
            </a:r>
            <a:r>
              <a:rPr lang="en-US" i="1" dirty="0" smtClean="0"/>
              <a:t>name </a:t>
            </a:r>
            <a:r>
              <a:rPr lang="en-US" dirty="0" smtClean="0"/>
              <a:t>is</a:t>
            </a:r>
            <a:r>
              <a:rPr lang="en-US" i="1" dirty="0" smtClean="0"/>
              <a:t> </a:t>
            </a:r>
            <a:r>
              <a:rPr lang="en-US" dirty="0" smtClean="0"/>
              <a:t>better than </a:t>
            </a:r>
            <a:r>
              <a:rPr lang="en-US" i="1" dirty="0" smtClean="0"/>
              <a:t>n, </a:t>
            </a:r>
            <a:r>
              <a:rPr lang="en-US" i="1" dirty="0" err="1" smtClean="0"/>
              <a:t>student_name</a:t>
            </a:r>
            <a:r>
              <a:rPr lang="en-US" i="1" dirty="0" smtClean="0"/>
              <a:t> </a:t>
            </a:r>
            <a:r>
              <a:rPr lang="en-US" dirty="0" smtClean="0"/>
              <a:t>is better than</a:t>
            </a:r>
            <a:r>
              <a:rPr lang="en-US" i="1" dirty="0" smtClean="0"/>
              <a:t> </a:t>
            </a:r>
            <a:r>
              <a:rPr lang="en-US" i="1" dirty="0" err="1" smtClean="0"/>
              <a:t>s_n</a:t>
            </a:r>
            <a:r>
              <a:rPr lang="en-US" i="1" dirty="0" smtClean="0"/>
              <a:t>, </a:t>
            </a:r>
            <a:r>
              <a:rPr lang="en-US" dirty="0" smtClean="0"/>
              <a:t>and</a:t>
            </a:r>
            <a:r>
              <a:rPr lang="en-US" i="1" dirty="0" smtClean="0"/>
              <a:t> </a:t>
            </a:r>
            <a:r>
              <a:rPr lang="en-US" i="1" dirty="0" err="1" smtClean="0"/>
              <a:t>name_length</a:t>
            </a:r>
            <a:r>
              <a:rPr lang="en-US" i="1" dirty="0" smtClean="0"/>
              <a:t> </a:t>
            </a:r>
            <a:r>
              <a:rPr lang="en-US" dirty="0" smtClean="0"/>
              <a:t>is better</a:t>
            </a:r>
            <a:r>
              <a:rPr lang="en-US" i="1" dirty="0" smtClean="0"/>
              <a:t> </a:t>
            </a:r>
            <a:r>
              <a:rPr lang="en-US" dirty="0" smtClean="0"/>
              <a:t>than </a:t>
            </a:r>
            <a:r>
              <a:rPr lang="en-US" i="1" dirty="0" err="1" smtClean="0"/>
              <a:t>length_of_persons_name</a:t>
            </a:r>
            <a:r>
              <a:rPr lang="en-US" i="1" dirty="0" smtClean="0"/>
              <a:t>.</a:t>
            </a:r>
          </a:p>
          <a:p>
            <a:r>
              <a:rPr lang="en-US" dirty="0" smtClean="0"/>
              <a:t>Be careful when using the lowercase letter </a:t>
            </a:r>
            <a:r>
              <a:rPr lang="en-US" i="1" dirty="0" smtClean="0"/>
              <a:t>l </a:t>
            </a:r>
            <a:r>
              <a:rPr lang="en-US" dirty="0" smtClean="0"/>
              <a:t>and the uppercase letter</a:t>
            </a:r>
            <a:r>
              <a:rPr lang="en-US" i="1" dirty="0" smtClean="0"/>
              <a:t> O </a:t>
            </a:r>
            <a:r>
              <a:rPr lang="en-US" dirty="0" smtClean="0"/>
              <a:t>because they could be confused with the numbers </a:t>
            </a:r>
            <a:r>
              <a:rPr lang="en-US" i="1" dirty="0" smtClean="0"/>
              <a:t>1 and 0.</a:t>
            </a:r>
          </a:p>
          <a:p>
            <a:r>
              <a:rPr lang="en-US" dirty="0" smtClean="0"/>
              <a:t>In computer programming </a:t>
            </a:r>
            <a:r>
              <a:rPr lang="en-US" b="1" dirty="0" err="1" smtClean="0"/>
              <a:t>CamelCase</a:t>
            </a:r>
            <a:r>
              <a:rPr lang="en-US" dirty="0" smtClean="0"/>
              <a:t> or </a:t>
            </a:r>
            <a:r>
              <a:rPr lang="en-US" b="1" dirty="0" err="1" smtClean="0"/>
              <a:t>camelCase</a:t>
            </a:r>
            <a:r>
              <a:rPr lang="en-US" dirty="0" smtClean="0"/>
              <a:t> is often used as a naming convention for naming compound words variables, arrays, and other elements </a:t>
            </a:r>
            <a:r>
              <a:rPr lang="en-US" dirty="0" err="1" smtClean="0"/>
              <a:t>e.g</a:t>
            </a:r>
            <a:r>
              <a:rPr lang="en-US" dirty="0" smtClean="0"/>
              <a:t> </a:t>
            </a:r>
            <a:r>
              <a:rPr lang="en-US" dirty="0" err="1" smtClean="0"/>
              <a:t>maxNumber</a:t>
            </a:r>
            <a:r>
              <a:rPr lang="en-US" dirty="0" smtClean="0"/>
              <a:t> or </a:t>
            </a:r>
            <a:r>
              <a:rPr lang="en-US" dirty="0" err="1" smtClean="0"/>
              <a:t>MaxNumber</a:t>
            </a:r>
            <a:r>
              <a:rPr lang="en-US" dirty="0" smtClean="0"/>
              <a:t>, </a:t>
            </a:r>
            <a:r>
              <a:rPr lang="en-US" dirty="0" err="1" smtClean="0"/>
              <a:t>midTerm</a:t>
            </a:r>
            <a:r>
              <a:rPr lang="en-US" dirty="0" smtClean="0"/>
              <a:t> or </a:t>
            </a:r>
            <a:r>
              <a:rPr lang="en-US" dirty="0" err="1" smtClean="0"/>
              <a:t>MidTerm</a:t>
            </a:r>
            <a:r>
              <a:rPr lang="en-US" dirty="0" smtClean="0"/>
              <a:t>.</a:t>
            </a:r>
          </a:p>
          <a:p>
            <a:endParaRPr lang="en-US" dirty="0" smtClean="0"/>
          </a:p>
        </p:txBody>
      </p:sp>
      <p:sp>
        <p:nvSpPr>
          <p:cNvPr id="18435" name="Slide Number Placeholder 3"/>
          <p:cNvSpPr>
            <a:spLocks noGrp="1"/>
          </p:cNvSpPr>
          <p:nvPr>
            <p:ph type="sldNum" sz="quarter" idx="10"/>
          </p:nvPr>
        </p:nvSpPr>
        <p:spPr>
          <a:noFill/>
        </p:spPr>
        <p:txBody>
          <a:bodyPr/>
          <a:lstStyle/>
          <a:p>
            <a:fld id="{DE195EA2-3473-4185-AAD9-0FA2E0CD2902}" type="slidenum">
              <a:rPr lang="en-US"/>
              <a:pPr/>
              <a:t>5</a:t>
            </a:fld>
            <a:endParaRPr 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Classwork</a:t>
            </a:r>
            <a:r>
              <a:rPr lang="en-US" dirty="0" smtClean="0"/>
              <a:t> Task – Try It Yourself </a:t>
            </a:r>
            <a:endParaRPr lang="en-US" dirty="0"/>
          </a:p>
        </p:txBody>
      </p:sp>
      <p:sp>
        <p:nvSpPr>
          <p:cNvPr id="3" name="Content Placeholder 2"/>
          <p:cNvSpPr>
            <a:spLocks noGrp="1"/>
          </p:cNvSpPr>
          <p:nvPr>
            <p:ph idx="1"/>
          </p:nvPr>
        </p:nvSpPr>
        <p:spPr/>
        <p:txBody>
          <a:bodyPr/>
          <a:lstStyle/>
          <a:p>
            <a:r>
              <a:rPr lang="en-US" b="1" u="sng" dirty="0" smtClean="0"/>
              <a:t>Task # 1:</a:t>
            </a:r>
          </a:p>
          <a:p>
            <a:pPr lvl="1"/>
            <a:r>
              <a:rPr lang="en-US" sz="2800" dirty="0" smtClean="0"/>
              <a:t>Write a python program to store your Full Name and Technology in two variables, and then print those </a:t>
            </a:r>
            <a:r>
              <a:rPr lang="en-US" sz="2800" dirty="0" err="1" smtClean="0"/>
              <a:t>informations</a:t>
            </a:r>
            <a:r>
              <a:rPr lang="en-US" sz="2800" dirty="0" smtClean="0"/>
              <a:t>. Make sure to use Camel Case naming convention for compound word variables</a:t>
            </a:r>
          </a:p>
          <a:p>
            <a:r>
              <a:rPr lang="en-US" b="1" u="sng" dirty="0" smtClean="0"/>
              <a:t>Task # 2:</a:t>
            </a:r>
          </a:p>
          <a:p>
            <a:pPr lvl="1"/>
            <a:r>
              <a:rPr lang="en-US" sz="2800" dirty="0" smtClean="0"/>
              <a:t>Write a python program to store a message in a variable, and print that message. Then change the value of your variable to a new message, and print the new message.</a:t>
            </a:r>
            <a:endParaRPr lang="en-US" sz="2800" dirty="0"/>
          </a:p>
        </p:txBody>
      </p:sp>
      <p:sp>
        <p:nvSpPr>
          <p:cNvPr id="4" name="Slide Number Placeholder 3"/>
          <p:cNvSpPr>
            <a:spLocks noGrp="1"/>
          </p:cNvSpPr>
          <p:nvPr>
            <p:ph type="sldNum" sz="quarter" idx="10"/>
          </p:nvPr>
        </p:nvSpPr>
        <p:spPr/>
        <p:txBody>
          <a:bodyPr/>
          <a:lstStyle/>
          <a:p>
            <a:fld id="{A23C1B03-0993-4B56-8AC7-1F376C495DCC}" type="slidenum">
              <a:rPr lang="en-US" smtClean="0"/>
              <a:pPr/>
              <a:t>6</a:t>
            </a:fld>
            <a:endParaRPr 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itle 1"/>
          <p:cNvSpPr>
            <a:spLocks noGrp="1"/>
          </p:cNvSpPr>
          <p:nvPr>
            <p:ph type="title"/>
          </p:nvPr>
        </p:nvSpPr>
        <p:spPr>
          <a:xfrm>
            <a:off x="1350962" y="228600"/>
            <a:ext cx="7793038" cy="838200"/>
          </a:xfrm>
        </p:spPr>
        <p:txBody>
          <a:bodyPr/>
          <a:lstStyle/>
          <a:p>
            <a:r>
              <a:rPr lang="en-US" sz="4800" b="1" dirty="0" smtClean="0"/>
              <a:t>Standard Data Types</a:t>
            </a:r>
            <a:endParaRPr lang="en-US" sz="4800" b="1" dirty="0"/>
          </a:p>
        </p:txBody>
      </p:sp>
      <p:sp>
        <p:nvSpPr>
          <p:cNvPr id="18434" name="Content Placeholder 2"/>
          <p:cNvSpPr>
            <a:spLocks noGrp="1"/>
          </p:cNvSpPr>
          <p:nvPr>
            <p:ph idx="1"/>
          </p:nvPr>
        </p:nvSpPr>
        <p:spPr/>
        <p:txBody>
          <a:bodyPr/>
          <a:lstStyle/>
          <a:p>
            <a:r>
              <a:rPr lang="en-US" sz="3600" dirty="0" smtClean="0"/>
              <a:t>Python has five standard data types −</a:t>
            </a:r>
          </a:p>
          <a:p>
            <a:pPr lvl="1"/>
            <a:r>
              <a:rPr lang="en-US" sz="3600" dirty="0" smtClean="0"/>
              <a:t>Numbers</a:t>
            </a:r>
          </a:p>
          <a:p>
            <a:pPr lvl="1"/>
            <a:r>
              <a:rPr lang="en-US" sz="3600" dirty="0" smtClean="0"/>
              <a:t>String</a:t>
            </a:r>
          </a:p>
          <a:p>
            <a:pPr lvl="1"/>
            <a:r>
              <a:rPr lang="en-US" sz="3600" dirty="0" smtClean="0"/>
              <a:t>List</a:t>
            </a:r>
          </a:p>
          <a:p>
            <a:pPr lvl="1"/>
            <a:r>
              <a:rPr lang="en-US" sz="3600" dirty="0" err="1" smtClean="0"/>
              <a:t>Tuple</a:t>
            </a:r>
            <a:endParaRPr lang="en-US" sz="3600" dirty="0" smtClean="0"/>
          </a:p>
          <a:p>
            <a:pPr lvl="1"/>
            <a:r>
              <a:rPr lang="en-US" sz="3600" dirty="0" smtClean="0"/>
              <a:t>Dictionary</a:t>
            </a:r>
          </a:p>
          <a:p>
            <a:endParaRPr lang="en-US" dirty="0" smtClean="0"/>
          </a:p>
          <a:p>
            <a:endParaRPr lang="en-US" dirty="0" smtClean="0"/>
          </a:p>
        </p:txBody>
      </p:sp>
      <p:sp>
        <p:nvSpPr>
          <p:cNvPr id="18435" name="Slide Number Placeholder 3"/>
          <p:cNvSpPr>
            <a:spLocks noGrp="1"/>
          </p:cNvSpPr>
          <p:nvPr>
            <p:ph type="sldNum" sz="quarter" idx="10"/>
          </p:nvPr>
        </p:nvSpPr>
        <p:spPr>
          <a:noFill/>
        </p:spPr>
        <p:txBody>
          <a:bodyPr/>
          <a:lstStyle/>
          <a:p>
            <a:fld id="{DE195EA2-3473-4185-AAD9-0FA2E0CD2902}" type="slidenum">
              <a:rPr lang="en-US"/>
              <a:pPr/>
              <a:t>7</a:t>
            </a:fld>
            <a:endParaRPr 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itle 1"/>
          <p:cNvSpPr>
            <a:spLocks noGrp="1"/>
          </p:cNvSpPr>
          <p:nvPr>
            <p:ph type="title"/>
          </p:nvPr>
        </p:nvSpPr>
        <p:spPr>
          <a:xfrm>
            <a:off x="1350962" y="228600"/>
            <a:ext cx="7793038" cy="838200"/>
          </a:xfrm>
        </p:spPr>
        <p:txBody>
          <a:bodyPr/>
          <a:lstStyle/>
          <a:p>
            <a:r>
              <a:rPr lang="en-US" sz="4800" b="1" dirty="0" smtClean="0"/>
              <a:t>Strings </a:t>
            </a:r>
            <a:r>
              <a:rPr lang="en-US" sz="4800" b="1" dirty="0" err="1" smtClean="0"/>
              <a:t>Datatype</a:t>
            </a:r>
            <a:r>
              <a:rPr lang="en-US" sz="4800" b="1" dirty="0" smtClean="0"/>
              <a:t>…</a:t>
            </a:r>
            <a:endParaRPr lang="en-US" sz="4800" dirty="0" smtClean="0"/>
          </a:p>
        </p:txBody>
      </p:sp>
      <p:sp>
        <p:nvSpPr>
          <p:cNvPr id="18434" name="Content Placeholder 2"/>
          <p:cNvSpPr>
            <a:spLocks noGrp="1"/>
          </p:cNvSpPr>
          <p:nvPr>
            <p:ph idx="1"/>
          </p:nvPr>
        </p:nvSpPr>
        <p:spPr/>
        <p:txBody>
          <a:bodyPr/>
          <a:lstStyle/>
          <a:p>
            <a:r>
              <a:rPr lang="en-US" sz="3600" dirty="0" smtClean="0"/>
              <a:t>A </a:t>
            </a:r>
            <a:r>
              <a:rPr lang="en-US" sz="3600" i="1" dirty="0" smtClean="0"/>
              <a:t>string </a:t>
            </a:r>
            <a:r>
              <a:rPr lang="en-US" sz="3600" dirty="0" smtClean="0"/>
              <a:t>is simply a series of characters. </a:t>
            </a:r>
          </a:p>
          <a:p>
            <a:r>
              <a:rPr lang="en-US" sz="3600" dirty="0" smtClean="0"/>
              <a:t>Anything inside quotes is considered a string in Python,</a:t>
            </a:r>
          </a:p>
          <a:p>
            <a:r>
              <a:rPr lang="en-US" sz="3600" dirty="0" smtClean="0"/>
              <a:t>You can use single or double quotes around strings like this:</a:t>
            </a:r>
          </a:p>
          <a:p>
            <a:r>
              <a:rPr lang="en-US" sz="3600" dirty="0" smtClean="0"/>
              <a:t>"This is a string.”					     'This is also a string.'</a:t>
            </a:r>
          </a:p>
        </p:txBody>
      </p:sp>
      <p:sp>
        <p:nvSpPr>
          <p:cNvPr id="18435" name="Slide Number Placeholder 3"/>
          <p:cNvSpPr>
            <a:spLocks noGrp="1"/>
          </p:cNvSpPr>
          <p:nvPr>
            <p:ph type="sldNum" sz="quarter" idx="10"/>
          </p:nvPr>
        </p:nvSpPr>
        <p:spPr>
          <a:noFill/>
        </p:spPr>
        <p:txBody>
          <a:bodyPr/>
          <a:lstStyle/>
          <a:p>
            <a:fld id="{DE195EA2-3473-4185-AAD9-0FA2E0CD2902}" type="slidenum">
              <a:rPr lang="en-US"/>
              <a:pPr/>
              <a:t>8</a:t>
            </a:fld>
            <a:endParaRPr 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itle 1"/>
          <p:cNvSpPr>
            <a:spLocks noGrp="1"/>
          </p:cNvSpPr>
          <p:nvPr>
            <p:ph type="title"/>
          </p:nvPr>
        </p:nvSpPr>
        <p:spPr>
          <a:xfrm>
            <a:off x="1350962" y="228600"/>
            <a:ext cx="7793038" cy="838200"/>
          </a:xfrm>
        </p:spPr>
        <p:txBody>
          <a:bodyPr/>
          <a:lstStyle/>
          <a:p>
            <a:r>
              <a:rPr lang="en-US" sz="3200" b="1" i="1" dirty="0" smtClean="0"/>
              <a:t>Changing Case in a String with Methods</a:t>
            </a:r>
            <a:endParaRPr lang="en-US" sz="3200" dirty="0" smtClean="0"/>
          </a:p>
        </p:txBody>
      </p:sp>
      <p:sp>
        <p:nvSpPr>
          <p:cNvPr id="18434" name="Content Placeholder 2"/>
          <p:cNvSpPr>
            <a:spLocks noGrp="1"/>
          </p:cNvSpPr>
          <p:nvPr>
            <p:ph idx="1"/>
          </p:nvPr>
        </p:nvSpPr>
        <p:spPr>
          <a:xfrm>
            <a:off x="457200" y="1371600"/>
            <a:ext cx="8574088" cy="5257800"/>
          </a:xfrm>
        </p:spPr>
        <p:txBody>
          <a:bodyPr/>
          <a:lstStyle/>
          <a:p>
            <a:r>
              <a:rPr lang="en-US" dirty="0" smtClean="0"/>
              <a:t>One of the simplest tasks you can do with strings is change the case of the words in a string.</a:t>
            </a:r>
          </a:p>
          <a:p>
            <a:r>
              <a:rPr lang="en-US" dirty="0" smtClean="0"/>
              <a:t>Look at the following code, and try to determine what’s happening:</a:t>
            </a:r>
          </a:p>
          <a:p>
            <a:r>
              <a:rPr lang="en-US" dirty="0" smtClean="0"/>
              <a:t>name = "</a:t>
            </a:r>
            <a:r>
              <a:rPr lang="en-US" dirty="0" err="1" smtClean="0"/>
              <a:t>ada</a:t>
            </a:r>
            <a:r>
              <a:rPr lang="en-US" dirty="0" smtClean="0"/>
              <a:t> </a:t>
            </a:r>
            <a:r>
              <a:rPr lang="en-US" dirty="0" err="1" smtClean="0"/>
              <a:t>nicolace</a:t>
            </a:r>
            <a:r>
              <a:rPr lang="en-US" dirty="0" smtClean="0"/>
              <a:t>“			     print(</a:t>
            </a:r>
            <a:r>
              <a:rPr lang="en-US" dirty="0" err="1" smtClean="0"/>
              <a:t>name.title</a:t>
            </a:r>
            <a:r>
              <a:rPr lang="en-US" dirty="0" smtClean="0"/>
              <a:t>())</a:t>
            </a:r>
          </a:p>
          <a:p>
            <a:r>
              <a:rPr lang="en-US" dirty="0" smtClean="0"/>
              <a:t>Save this file as </a:t>
            </a:r>
            <a:r>
              <a:rPr lang="en-US" i="1" dirty="0" smtClean="0"/>
              <a:t>name.py, </a:t>
            </a:r>
            <a:r>
              <a:rPr lang="en-US" dirty="0" smtClean="0"/>
              <a:t>and then run it. You should see this output:</a:t>
            </a:r>
          </a:p>
          <a:p>
            <a:r>
              <a:rPr lang="en-US" dirty="0" err="1" smtClean="0"/>
              <a:t>Ada</a:t>
            </a:r>
            <a:r>
              <a:rPr lang="en-US" dirty="0" smtClean="0"/>
              <a:t> </a:t>
            </a:r>
            <a:r>
              <a:rPr lang="en-US" dirty="0" err="1" smtClean="0"/>
              <a:t>Nicolace</a:t>
            </a:r>
            <a:r>
              <a:rPr lang="en-US" dirty="0" smtClean="0"/>
              <a:t> </a:t>
            </a:r>
          </a:p>
          <a:p>
            <a:r>
              <a:rPr lang="en-US" dirty="0" smtClean="0"/>
              <a:t>The method title() displays each word in </a:t>
            </a:r>
            <a:r>
              <a:rPr lang="en-US" dirty="0" err="1" smtClean="0"/>
              <a:t>titleCase</a:t>
            </a:r>
            <a:r>
              <a:rPr lang="en-US" dirty="0" smtClean="0"/>
              <a:t>, where each word begins with a capital letter.</a:t>
            </a:r>
          </a:p>
          <a:p>
            <a:endParaRPr lang="en-US" dirty="0" smtClean="0"/>
          </a:p>
          <a:p>
            <a:endParaRPr lang="en-US" dirty="0" smtClean="0"/>
          </a:p>
        </p:txBody>
      </p:sp>
      <p:sp>
        <p:nvSpPr>
          <p:cNvPr id="18435" name="Slide Number Placeholder 3"/>
          <p:cNvSpPr>
            <a:spLocks noGrp="1"/>
          </p:cNvSpPr>
          <p:nvPr>
            <p:ph type="sldNum" sz="quarter" idx="10"/>
          </p:nvPr>
        </p:nvSpPr>
        <p:spPr>
          <a:noFill/>
        </p:spPr>
        <p:txBody>
          <a:bodyPr/>
          <a:lstStyle/>
          <a:p>
            <a:fld id="{DE195EA2-3473-4185-AAD9-0FA2E0CD2902}" type="slidenum">
              <a:rPr lang="en-US"/>
              <a:pPr/>
              <a:t>9</a:t>
            </a:fld>
            <a:endParaRPr 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itle 1"/>
          <p:cNvSpPr>
            <a:spLocks noGrp="1"/>
          </p:cNvSpPr>
          <p:nvPr>
            <p:ph type="title"/>
          </p:nvPr>
        </p:nvSpPr>
        <p:spPr>
          <a:xfrm>
            <a:off x="1350962" y="228600"/>
            <a:ext cx="7793038" cy="838200"/>
          </a:xfrm>
        </p:spPr>
        <p:txBody>
          <a:bodyPr/>
          <a:lstStyle/>
          <a:p>
            <a:r>
              <a:rPr lang="en-US" sz="3200" b="1" i="1" dirty="0" smtClean="0"/>
              <a:t>Changing Case in a String with Methods</a:t>
            </a:r>
            <a:endParaRPr lang="en-US" dirty="0" smtClean="0"/>
          </a:p>
        </p:txBody>
      </p:sp>
      <p:sp>
        <p:nvSpPr>
          <p:cNvPr id="18434" name="Content Placeholder 2"/>
          <p:cNvSpPr>
            <a:spLocks noGrp="1"/>
          </p:cNvSpPr>
          <p:nvPr>
            <p:ph idx="1"/>
          </p:nvPr>
        </p:nvSpPr>
        <p:spPr/>
        <p:txBody>
          <a:bodyPr/>
          <a:lstStyle/>
          <a:p>
            <a:r>
              <a:rPr lang="en-US" dirty="0" smtClean="0"/>
              <a:t>Several other useful methods are available for dealing with case as well. For example, you can change a string to all uppercase or all lowercase letters like this:</a:t>
            </a:r>
          </a:p>
          <a:p>
            <a:r>
              <a:rPr lang="en-US" dirty="0" smtClean="0"/>
              <a:t>name = "Ada </a:t>
            </a:r>
            <a:r>
              <a:rPr lang="en-US" dirty="0" err="1" smtClean="0"/>
              <a:t>Nicolace</a:t>
            </a:r>
            <a:r>
              <a:rPr lang="en-US" dirty="0" smtClean="0"/>
              <a:t>“ 		   print(</a:t>
            </a:r>
            <a:r>
              <a:rPr lang="en-US" dirty="0" err="1" smtClean="0"/>
              <a:t>name.upper</a:t>
            </a:r>
            <a:r>
              <a:rPr lang="en-US" dirty="0" smtClean="0"/>
              <a:t>()) 		            print(</a:t>
            </a:r>
            <a:r>
              <a:rPr lang="en-US" dirty="0" err="1" smtClean="0"/>
              <a:t>name.lower</a:t>
            </a:r>
            <a:r>
              <a:rPr lang="en-US" dirty="0" smtClean="0"/>
              <a:t>())</a:t>
            </a:r>
          </a:p>
          <a:p>
            <a:r>
              <a:rPr lang="en-US" dirty="0" smtClean="0"/>
              <a:t>This will display the following:</a:t>
            </a:r>
          </a:p>
          <a:p>
            <a:r>
              <a:rPr lang="en-US" dirty="0" smtClean="0"/>
              <a:t>ADA NICOLACE					       </a:t>
            </a:r>
            <a:r>
              <a:rPr lang="en-US" dirty="0" err="1" smtClean="0"/>
              <a:t>ada</a:t>
            </a:r>
            <a:r>
              <a:rPr lang="en-US" dirty="0" smtClean="0"/>
              <a:t> </a:t>
            </a:r>
            <a:r>
              <a:rPr lang="en-US" dirty="0" err="1" smtClean="0"/>
              <a:t>nicolace</a:t>
            </a:r>
            <a:endParaRPr lang="en-US" dirty="0" smtClean="0"/>
          </a:p>
          <a:p>
            <a:endParaRPr lang="en-US" dirty="0" smtClean="0"/>
          </a:p>
          <a:p>
            <a:endParaRPr lang="en-US" dirty="0" smtClean="0"/>
          </a:p>
        </p:txBody>
      </p:sp>
      <p:sp>
        <p:nvSpPr>
          <p:cNvPr id="18435" name="Slide Number Placeholder 3"/>
          <p:cNvSpPr>
            <a:spLocks noGrp="1"/>
          </p:cNvSpPr>
          <p:nvPr>
            <p:ph type="sldNum" sz="quarter" idx="10"/>
          </p:nvPr>
        </p:nvSpPr>
        <p:spPr>
          <a:noFill/>
        </p:spPr>
        <p:txBody>
          <a:bodyPr/>
          <a:lstStyle/>
          <a:p>
            <a:fld id="{DE195EA2-3473-4185-AAD9-0FA2E0CD2902}" type="slidenum">
              <a:rPr lang="en-US"/>
              <a:pPr/>
              <a:t>10</a:t>
            </a:fld>
            <a:endParaRPr 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itle 1"/>
          <p:cNvSpPr>
            <a:spLocks noGrp="1"/>
          </p:cNvSpPr>
          <p:nvPr>
            <p:ph type="title"/>
          </p:nvPr>
        </p:nvSpPr>
        <p:spPr>
          <a:xfrm>
            <a:off x="1350962" y="228600"/>
            <a:ext cx="7793038" cy="838200"/>
          </a:xfrm>
        </p:spPr>
        <p:txBody>
          <a:bodyPr/>
          <a:lstStyle/>
          <a:p>
            <a:r>
              <a:rPr lang="en-US" sz="3200" b="1" i="1" dirty="0" smtClean="0"/>
              <a:t>Changing Case in a String with Methods</a:t>
            </a:r>
            <a:endParaRPr lang="en-US" dirty="0" smtClean="0"/>
          </a:p>
        </p:txBody>
      </p:sp>
      <p:sp>
        <p:nvSpPr>
          <p:cNvPr id="18434" name="Content Placeholder 2"/>
          <p:cNvSpPr>
            <a:spLocks noGrp="1"/>
          </p:cNvSpPr>
          <p:nvPr>
            <p:ph idx="1"/>
          </p:nvPr>
        </p:nvSpPr>
        <p:spPr/>
        <p:txBody>
          <a:bodyPr/>
          <a:lstStyle/>
          <a:p>
            <a:r>
              <a:rPr lang="en-US" dirty="0" smtClean="0"/>
              <a:t>The lower() method is particularly useful for storing data.</a:t>
            </a:r>
          </a:p>
          <a:p>
            <a:endParaRPr lang="en-US" dirty="0" smtClean="0"/>
          </a:p>
          <a:p>
            <a:r>
              <a:rPr lang="en-US" dirty="0" smtClean="0"/>
              <a:t>Many times you won’t want to trust the capitalization that your users provide, so you’ll convert strings to lowercase before storing them. </a:t>
            </a:r>
          </a:p>
          <a:p>
            <a:endParaRPr lang="en-US" dirty="0" smtClean="0"/>
          </a:p>
          <a:p>
            <a:r>
              <a:rPr lang="en-US" dirty="0" smtClean="0"/>
              <a:t>Then when you want to display the information, you’ll use the case that makes the most sense for each string.</a:t>
            </a:r>
          </a:p>
          <a:p>
            <a:pPr>
              <a:buNone/>
            </a:pPr>
            <a:endParaRPr lang="en-US" dirty="0" smtClean="0"/>
          </a:p>
          <a:p>
            <a:endParaRPr lang="en-US" dirty="0" smtClean="0"/>
          </a:p>
          <a:p>
            <a:endParaRPr lang="en-US" dirty="0" smtClean="0"/>
          </a:p>
        </p:txBody>
      </p:sp>
      <p:sp>
        <p:nvSpPr>
          <p:cNvPr id="18435" name="Slide Number Placeholder 3"/>
          <p:cNvSpPr>
            <a:spLocks noGrp="1"/>
          </p:cNvSpPr>
          <p:nvPr>
            <p:ph type="sldNum" sz="quarter" idx="10"/>
          </p:nvPr>
        </p:nvSpPr>
        <p:spPr>
          <a:noFill/>
        </p:spPr>
        <p:txBody>
          <a:bodyPr/>
          <a:lstStyle/>
          <a:p>
            <a:fld id="{DE195EA2-3473-4185-AAD9-0FA2E0CD2902}" type="slidenum">
              <a:rPr lang="en-US"/>
              <a:pPr/>
              <a:t>11</a:t>
            </a:fld>
            <a:endParaRPr 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itle 1"/>
          <p:cNvSpPr>
            <a:spLocks noGrp="1"/>
          </p:cNvSpPr>
          <p:nvPr>
            <p:ph type="title"/>
          </p:nvPr>
        </p:nvSpPr>
        <p:spPr>
          <a:xfrm>
            <a:off x="1350962" y="228600"/>
            <a:ext cx="7793038" cy="838200"/>
          </a:xfrm>
        </p:spPr>
        <p:txBody>
          <a:bodyPr/>
          <a:lstStyle/>
          <a:p>
            <a:r>
              <a:rPr lang="en-US" sz="3200" b="1" i="1" dirty="0" smtClean="0"/>
              <a:t>Combining or Concatenating Strings</a:t>
            </a:r>
            <a:endParaRPr lang="en-US" dirty="0" smtClean="0"/>
          </a:p>
        </p:txBody>
      </p:sp>
      <p:sp>
        <p:nvSpPr>
          <p:cNvPr id="18434" name="Content Placeholder 2"/>
          <p:cNvSpPr>
            <a:spLocks noGrp="1"/>
          </p:cNvSpPr>
          <p:nvPr>
            <p:ph idx="1"/>
          </p:nvPr>
        </p:nvSpPr>
        <p:spPr>
          <a:xfrm>
            <a:off x="457200" y="1371600"/>
            <a:ext cx="8574088" cy="5181600"/>
          </a:xfrm>
        </p:spPr>
        <p:txBody>
          <a:bodyPr/>
          <a:lstStyle/>
          <a:p>
            <a:r>
              <a:rPr lang="en-US" dirty="0" err="1" smtClean="0"/>
              <a:t>first_name</a:t>
            </a:r>
            <a:r>
              <a:rPr lang="en-US" dirty="0" smtClean="0"/>
              <a:t> = "</a:t>
            </a:r>
            <a:r>
              <a:rPr lang="en-US" dirty="0" err="1" smtClean="0"/>
              <a:t>ada</a:t>
            </a:r>
            <a:r>
              <a:rPr lang="en-US" dirty="0" smtClean="0"/>
              <a:t>”			                 </a:t>
            </a:r>
            <a:r>
              <a:rPr lang="en-US" dirty="0" err="1" smtClean="0"/>
              <a:t>last_name</a:t>
            </a:r>
            <a:r>
              <a:rPr lang="en-US" dirty="0" smtClean="0"/>
              <a:t> = “</a:t>
            </a:r>
            <a:r>
              <a:rPr lang="en-US" dirty="0" err="1" smtClean="0"/>
              <a:t>nicolace</a:t>
            </a:r>
            <a:r>
              <a:rPr lang="en-US" dirty="0" smtClean="0"/>
              <a:t>“                                                     </a:t>
            </a:r>
            <a:r>
              <a:rPr lang="en-US" dirty="0" err="1" smtClean="0"/>
              <a:t>full_name</a:t>
            </a:r>
            <a:r>
              <a:rPr lang="en-US" dirty="0" smtClean="0"/>
              <a:t> = </a:t>
            </a:r>
            <a:r>
              <a:rPr lang="en-US" dirty="0" err="1" smtClean="0"/>
              <a:t>first_name</a:t>
            </a:r>
            <a:r>
              <a:rPr lang="en-US" dirty="0" smtClean="0"/>
              <a:t> + " " + </a:t>
            </a:r>
            <a:r>
              <a:rPr lang="en-US" dirty="0" err="1" smtClean="0"/>
              <a:t>last_name</a:t>
            </a:r>
            <a:r>
              <a:rPr lang="en-US" dirty="0" smtClean="0"/>
              <a:t> print(</a:t>
            </a:r>
            <a:r>
              <a:rPr lang="en-US" dirty="0" err="1" smtClean="0"/>
              <a:t>full_name</a:t>
            </a:r>
            <a:r>
              <a:rPr lang="en-US" dirty="0" smtClean="0"/>
              <a:t>)</a:t>
            </a:r>
          </a:p>
          <a:p>
            <a:r>
              <a:rPr lang="en-US" b="1" u="sng" dirty="0" smtClean="0"/>
              <a:t>Output:</a:t>
            </a:r>
          </a:p>
          <a:p>
            <a:r>
              <a:rPr lang="en-US" dirty="0" err="1" smtClean="0"/>
              <a:t>ada</a:t>
            </a:r>
            <a:r>
              <a:rPr lang="en-US" dirty="0" smtClean="0"/>
              <a:t> </a:t>
            </a:r>
            <a:r>
              <a:rPr lang="en-US" dirty="0" err="1" smtClean="0"/>
              <a:t>nicolace</a:t>
            </a:r>
            <a:endParaRPr lang="en-US" dirty="0" smtClean="0"/>
          </a:p>
          <a:p>
            <a:r>
              <a:rPr lang="en-US" dirty="0" err="1" smtClean="0"/>
              <a:t>first_name</a:t>
            </a:r>
            <a:r>
              <a:rPr lang="en-US" dirty="0" smtClean="0"/>
              <a:t> = "</a:t>
            </a:r>
            <a:r>
              <a:rPr lang="en-US" dirty="0" err="1" smtClean="0"/>
              <a:t>ada</a:t>
            </a:r>
            <a:r>
              <a:rPr lang="en-US" dirty="0" smtClean="0"/>
              <a:t>“                                             </a:t>
            </a:r>
            <a:r>
              <a:rPr lang="en-US" dirty="0" err="1" smtClean="0"/>
              <a:t>last_name</a:t>
            </a:r>
            <a:r>
              <a:rPr lang="en-US" dirty="0" smtClean="0"/>
              <a:t> = “</a:t>
            </a:r>
            <a:r>
              <a:rPr lang="en-US" dirty="0" err="1" smtClean="0"/>
              <a:t>nicolace</a:t>
            </a:r>
            <a:r>
              <a:rPr lang="en-US" dirty="0" smtClean="0"/>
              <a:t>“                                        </a:t>
            </a:r>
            <a:r>
              <a:rPr lang="en-US" dirty="0" err="1" smtClean="0"/>
              <a:t>full_name</a:t>
            </a:r>
            <a:r>
              <a:rPr lang="en-US" dirty="0" smtClean="0"/>
              <a:t> = </a:t>
            </a:r>
            <a:r>
              <a:rPr lang="en-US" dirty="0" err="1" smtClean="0"/>
              <a:t>first_name</a:t>
            </a:r>
            <a:r>
              <a:rPr lang="en-US" dirty="0" smtClean="0"/>
              <a:t> + " " + </a:t>
            </a:r>
            <a:r>
              <a:rPr lang="en-US" dirty="0" err="1" smtClean="0"/>
              <a:t>last_name</a:t>
            </a:r>
            <a:r>
              <a:rPr lang="en-US" dirty="0" smtClean="0"/>
              <a:t>     print("Hello, " + </a:t>
            </a:r>
            <a:r>
              <a:rPr lang="en-US" dirty="0" err="1" smtClean="0"/>
              <a:t>full_name.title</a:t>
            </a:r>
            <a:r>
              <a:rPr lang="en-US" dirty="0" smtClean="0"/>
              <a:t>() + "!")</a:t>
            </a:r>
            <a:endParaRPr lang="en-US" b="1" u="sng" dirty="0" smtClean="0"/>
          </a:p>
          <a:p>
            <a:r>
              <a:rPr lang="en-US" dirty="0" smtClean="0"/>
              <a:t>Output = Hello, Ada </a:t>
            </a:r>
            <a:r>
              <a:rPr lang="en-US" dirty="0" err="1" smtClean="0"/>
              <a:t>Nicolace</a:t>
            </a:r>
            <a:r>
              <a:rPr lang="en-US" dirty="0" smtClean="0"/>
              <a:t>!</a:t>
            </a:r>
          </a:p>
          <a:p>
            <a:endParaRPr lang="en-US" dirty="0" smtClean="0"/>
          </a:p>
          <a:p>
            <a:endParaRPr lang="en-US" dirty="0" smtClean="0"/>
          </a:p>
        </p:txBody>
      </p:sp>
      <p:sp>
        <p:nvSpPr>
          <p:cNvPr id="18435" name="Slide Number Placeholder 3"/>
          <p:cNvSpPr>
            <a:spLocks noGrp="1"/>
          </p:cNvSpPr>
          <p:nvPr>
            <p:ph type="sldNum" sz="quarter" idx="10"/>
          </p:nvPr>
        </p:nvSpPr>
        <p:spPr>
          <a:noFill/>
        </p:spPr>
        <p:txBody>
          <a:bodyPr/>
          <a:lstStyle/>
          <a:p>
            <a:fld id="{DE195EA2-3473-4185-AAD9-0FA2E0CD2902}" type="slidenum">
              <a:rPr lang="en-US"/>
              <a:pPr/>
              <a:t>12</a:t>
            </a:fld>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itle 1"/>
          <p:cNvSpPr>
            <a:spLocks noGrp="1"/>
          </p:cNvSpPr>
          <p:nvPr>
            <p:ph type="title"/>
          </p:nvPr>
        </p:nvSpPr>
        <p:spPr>
          <a:xfrm>
            <a:off x="1350962" y="228600"/>
            <a:ext cx="7793038" cy="838200"/>
          </a:xfrm>
        </p:spPr>
        <p:txBody>
          <a:bodyPr/>
          <a:lstStyle/>
          <a:p>
            <a:r>
              <a:rPr lang="en-US" sz="3200" b="1" i="1" dirty="0" smtClean="0"/>
              <a:t>Combining or Concatenating Strings</a:t>
            </a:r>
            <a:endParaRPr lang="en-US" dirty="0" smtClean="0"/>
          </a:p>
        </p:txBody>
      </p:sp>
      <p:sp>
        <p:nvSpPr>
          <p:cNvPr id="18434" name="Content Placeholder 2"/>
          <p:cNvSpPr>
            <a:spLocks noGrp="1"/>
          </p:cNvSpPr>
          <p:nvPr>
            <p:ph idx="1"/>
          </p:nvPr>
        </p:nvSpPr>
        <p:spPr/>
        <p:txBody>
          <a:bodyPr/>
          <a:lstStyle/>
          <a:p>
            <a:r>
              <a:rPr lang="en-US" dirty="0" smtClean="0"/>
              <a:t>You can use concatenation to compose a message and then store the </a:t>
            </a:r>
            <a:r>
              <a:rPr lang="it-IT" dirty="0" smtClean="0"/>
              <a:t>entire message in a variable:</a:t>
            </a:r>
          </a:p>
          <a:p>
            <a:r>
              <a:rPr lang="en-US" dirty="0" err="1" smtClean="0"/>
              <a:t>first_name</a:t>
            </a:r>
            <a:r>
              <a:rPr lang="en-US" dirty="0" smtClean="0"/>
              <a:t> = "</a:t>
            </a:r>
            <a:r>
              <a:rPr lang="en-US" dirty="0" err="1" smtClean="0"/>
              <a:t>ada</a:t>
            </a:r>
            <a:r>
              <a:rPr lang="en-US" dirty="0" smtClean="0"/>
              <a:t>”		                            </a:t>
            </a:r>
            <a:r>
              <a:rPr lang="en-US" dirty="0" err="1" smtClean="0"/>
              <a:t>last_name</a:t>
            </a:r>
            <a:r>
              <a:rPr lang="en-US" dirty="0" smtClean="0"/>
              <a:t> = “</a:t>
            </a:r>
            <a:r>
              <a:rPr lang="en-US" dirty="0" err="1" smtClean="0"/>
              <a:t>nicolace</a:t>
            </a:r>
            <a:r>
              <a:rPr lang="en-US" dirty="0" smtClean="0"/>
              <a:t>”				        </a:t>
            </a:r>
            <a:r>
              <a:rPr lang="en-US" dirty="0" err="1" smtClean="0"/>
              <a:t>full_name</a:t>
            </a:r>
            <a:r>
              <a:rPr lang="en-US" dirty="0" smtClean="0"/>
              <a:t> = </a:t>
            </a:r>
            <a:r>
              <a:rPr lang="en-US" dirty="0" err="1" smtClean="0"/>
              <a:t>first_name</a:t>
            </a:r>
            <a:r>
              <a:rPr lang="en-US" dirty="0" smtClean="0"/>
              <a:t> + " " + </a:t>
            </a:r>
            <a:r>
              <a:rPr lang="en-US" dirty="0" err="1" smtClean="0"/>
              <a:t>last_name</a:t>
            </a:r>
            <a:r>
              <a:rPr lang="en-US" dirty="0" smtClean="0"/>
              <a:t>	         message = "Hello, " + </a:t>
            </a:r>
            <a:r>
              <a:rPr lang="en-US" dirty="0" err="1" smtClean="0"/>
              <a:t>full_name.title</a:t>
            </a:r>
            <a:r>
              <a:rPr lang="en-US" dirty="0" smtClean="0"/>
              <a:t>() + "!“ print(message)</a:t>
            </a:r>
          </a:p>
          <a:p>
            <a:r>
              <a:rPr lang="en-US" dirty="0" smtClean="0"/>
              <a:t>This code displays the message “Hello, Ada </a:t>
            </a:r>
            <a:r>
              <a:rPr lang="en-US" dirty="0" err="1" smtClean="0"/>
              <a:t>Nicolace</a:t>
            </a:r>
            <a:r>
              <a:rPr lang="en-US" dirty="0" smtClean="0"/>
              <a:t>!” as well, but storing the message in a variable at makes the final print statement at much simpler.</a:t>
            </a:r>
          </a:p>
          <a:p>
            <a:endParaRPr lang="en-US" dirty="0" smtClean="0"/>
          </a:p>
          <a:p>
            <a:endParaRPr lang="en-US" dirty="0" smtClean="0"/>
          </a:p>
        </p:txBody>
      </p:sp>
      <p:sp>
        <p:nvSpPr>
          <p:cNvPr id="18435" name="Slide Number Placeholder 3"/>
          <p:cNvSpPr>
            <a:spLocks noGrp="1"/>
          </p:cNvSpPr>
          <p:nvPr>
            <p:ph type="sldNum" sz="quarter" idx="10"/>
          </p:nvPr>
        </p:nvSpPr>
        <p:spPr>
          <a:noFill/>
        </p:spPr>
        <p:txBody>
          <a:bodyPr/>
          <a:lstStyle/>
          <a:p>
            <a:fld id="{DE195EA2-3473-4185-AAD9-0FA2E0CD2902}" type="slidenum">
              <a:rPr lang="en-US"/>
              <a:pPr/>
              <a:t>13</a:t>
            </a:fld>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itle 1"/>
          <p:cNvSpPr>
            <a:spLocks noGrp="1"/>
          </p:cNvSpPr>
          <p:nvPr>
            <p:ph type="title"/>
          </p:nvPr>
        </p:nvSpPr>
        <p:spPr>
          <a:xfrm>
            <a:off x="1350962" y="228600"/>
            <a:ext cx="7793038" cy="838200"/>
          </a:xfrm>
        </p:spPr>
        <p:txBody>
          <a:bodyPr/>
          <a:lstStyle/>
          <a:p>
            <a:r>
              <a:rPr lang="en-US" sz="3200" b="1" i="1" dirty="0" smtClean="0"/>
              <a:t>Adding &amp; Stripping Whitespace</a:t>
            </a:r>
            <a:endParaRPr lang="en-US" b="1" dirty="0" smtClean="0"/>
          </a:p>
        </p:txBody>
      </p:sp>
      <p:sp>
        <p:nvSpPr>
          <p:cNvPr id="18434" name="Content Placeholder 2"/>
          <p:cNvSpPr>
            <a:spLocks noGrp="1"/>
          </p:cNvSpPr>
          <p:nvPr>
            <p:ph idx="1"/>
          </p:nvPr>
        </p:nvSpPr>
        <p:spPr>
          <a:xfrm>
            <a:off x="457200" y="1371600"/>
            <a:ext cx="8574088" cy="5486400"/>
          </a:xfrm>
        </p:spPr>
        <p:txBody>
          <a:bodyPr/>
          <a:lstStyle/>
          <a:p>
            <a:r>
              <a:rPr lang="en-US" dirty="0" smtClean="0"/>
              <a:t>In programming, </a:t>
            </a:r>
            <a:r>
              <a:rPr lang="en-US" i="1" dirty="0" smtClean="0"/>
              <a:t>whitespace </a:t>
            </a:r>
            <a:r>
              <a:rPr lang="en-US" dirty="0" smtClean="0"/>
              <a:t>refers to any nonprinting character, such as spaces, tabs, and end-of-line symbols.</a:t>
            </a:r>
          </a:p>
          <a:p>
            <a:r>
              <a:rPr lang="en-US" dirty="0" smtClean="0"/>
              <a:t>You can add whitespace by combine tabs (\t) and newlines (\n) in a single string.</a:t>
            </a:r>
          </a:p>
          <a:p>
            <a:r>
              <a:rPr lang="en-US" dirty="0" smtClean="0"/>
              <a:t>print("Languages:\n\</a:t>
            </a:r>
            <a:r>
              <a:rPr lang="en-US" dirty="0" err="1" smtClean="0"/>
              <a:t>tPython</a:t>
            </a:r>
            <a:r>
              <a:rPr lang="en-US" dirty="0" smtClean="0"/>
              <a:t>\n\</a:t>
            </a:r>
            <a:r>
              <a:rPr lang="en-US" dirty="0" err="1" smtClean="0"/>
              <a:t>tC</a:t>
            </a:r>
            <a:r>
              <a:rPr lang="en-US" dirty="0" smtClean="0"/>
              <a:t>\n\</a:t>
            </a:r>
            <a:r>
              <a:rPr lang="en-US" dirty="0" err="1" smtClean="0"/>
              <a:t>tJavaScript</a:t>
            </a:r>
            <a:r>
              <a:rPr lang="en-US" dirty="0" smtClean="0"/>
              <a:t>")  Languages: 							Python							C							JavaScript</a:t>
            </a:r>
          </a:p>
          <a:p>
            <a:r>
              <a:rPr lang="en-US" dirty="0" smtClean="0"/>
              <a:t>Extra whitespace can be confusing in your programs.</a:t>
            </a:r>
          </a:p>
          <a:p>
            <a:r>
              <a:rPr lang="en-US" dirty="0" smtClean="0"/>
              <a:t>Python makes it easy to eliminate extraneous whitespace from data that people enter.</a:t>
            </a:r>
          </a:p>
          <a:p>
            <a:endParaRPr lang="en-US" dirty="0" smtClean="0"/>
          </a:p>
          <a:p>
            <a:endParaRPr lang="en-US" dirty="0" smtClean="0"/>
          </a:p>
        </p:txBody>
      </p:sp>
      <p:sp>
        <p:nvSpPr>
          <p:cNvPr id="18435" name="Slide Number Placeholder 3"/>
          <p:cNvSpPr>
            <a:spLocks noGrp="1"/>
          </p:cNvSpPr>
          <p:nvPr>
            <p:ph type="sldNum" sz="quarter" idx="10"/>
          </p:nvPr>
        </p:nvSpPr>
        <p:spPr>
          <a:noFill/>
        </p:spPr>
        <p:txBody>
          <a:bodyPr/>
          <a:lstStyle/>
          <a:p>
            <a:fld id="{DE195EA2-3473-4185-AAD9-0FA2E0CD2902}" type="slidenum">
              <a:rPr lang="en-US"/>
              <a:pPr/>
              <a:t>14</a:t>
            </a:fld>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itle 1"/>
          <p:cNvSpPr>
            <a:spLocks noGrp="1"/>
          </p:cNvSpPr>
          <p:nvPr>
            <p:ph type="title"/>
          </p:nvPr>
        </p:nvSpPr>
        <p:spPr/>
        <p:txBody>
          <a:bodyPr/>
          <a:lstStyle/>
          <a:p>
            <a:r>
              <a:rPr lang="en-US" b="1" i="1" dirty="0" smtClean="0"/>
              <a:t>Stripping Whitespace</a:t>
            </a:r>
            <a:endParaRPr lang="en-US" dirty="0" smtClean="0"/>
          </a:p>
        </p:txBody>
      </p:sp>
      <p:sp>
        <p:nvSpPr>
          <p:cNvPr id="20482" name="Content Placeholder 2"/>
          <p:cNvSpPr>
            <a:spLocks noGrp="1"/>
          </p:cNvSpPr>
          <p:nvPr>
            <p:ph idx="1"/>
          </p:nvPr>
        </p:nvSpPr>
        <p:spPr>
          <a:xfrm>
            <a:off x="457200" y="1371600"/>
            <a:ext cx="8574088" cy="5257800"/>
          </a:xfrm>
        </p:spPr>
        <p:txBody>
          <a:bodyPr/>
          <a:lstStyle/>
          <a:p>
            <a:r>
              <a:rPr lang="en-US" sz="2400" dirty="0" smtClean="0"/>
              <a:t>Python can look for extra whitespace on the right and left sides of a string. To ensure that no whitespace exists at the right end of a string, use the </a:t>
            </a:r>
            <a:r>
              <a:rPr lang="en-US" sz="2400" dirty="0" err="1" smtClean="0"/>
              <a:t>rstrip</a:t>
            </a:r>
            <a:r>
              <a:rPr lang="en-US" sz="2400" dirty="0" smtClean="0"/>
              <a:t>() method.</a:t>
            </a:r>
          </a:p>
          <a:p>
            <a:r>
              <a:rPr lang="en-US" sz="2400" dirty="0" err="1" smtClean="0"/>
              <a:t>favourite_language</a:t>
            </a:r>
            <a:r>
              <a:rPr lang="en-US" sz="2400" dirty="0" smtClean="0"/>
              <a:t> = ”python	“                 print(</a:t>
            </a:r>
            <a:r>
              <a:rPr lang="en-US" sz="2400" dirty="0" err="1" smtClean="0"/>
              <a:t>favourite_language</a:t>
            </a:r>
            <a:r>
              <a:rPr lang="en-US" sz="2400" dirty="0" smtClean="0"/>
              <a:t>) 	&gt;&gt;&gt;      ”python       “		          print(</a:t>
            </a:r>
            <a:r>
              <a:rPr lang="en-US" sz="2400" dirty="0" err="1" smtClean="0"/>
              <a:t>favourite_language.rstrip</a:t>
            </a:r>
            <a:r>
              <a:rPr lang="en-US" sz="2400" dirty="0" smtClean="0"/>
              <a:t>()) 	&gt;&gt;&gt;   “python”</a:t>
            </a:r>
          </a:p>
          <a:p>
            <a:r>
              <a:rPr lang="en-US" sz="2400" dirty="0" smtClean="0"/>
              <a:t>You can also strip whitespace from the left side of a string using the </a:t>
            </a:r>
            <a:r>
              <a:rPr lang="en-US" sz="2400" dirty="0" err="1" smtClean="0"/>
              <a:t>lstrip</a:t>
            </a:r>
            <a:r>
              <a:rPr lang="en-US" sz="2400" dirty="0" smtClean="0"/>
              <a:t>() method or strip whitespace from both sides at once using strip():</a:t>
            </a:r>
          </a:p>
          <a:p>
            <a:r>
              <a:rPr lang="en-US" sz="2400" dirty="0" err="1" smtClean="0"/>
              <a:t>favourite_language</a:t>
            </a:r>
            <a:r>
              <a:rPr lang="en-US" sz="2400" dirty="0" smtClean="0"/>
              <a:t> = ”    python	“      print(</a:t>
            </a:r>
            <a:r>
              <a:rPr lang="en-US" sz="2400" dirty="0" err="1" smtClean="0"/>
              <a:t>favourite_language.rstrip</a:t>
            </a:r>
            <a:r>
              <a:rPr lang="en-US" sz="2400" dirty="0" smtClean="0"/>
              <a:t>()) 	&gt;&gt;&gt;  	“    python”		  print(</a:t>
            </a:r>
            <a:r>
              <a:rPr lang="en-US" sz="2400" dirty="0" err="1" smtClean="0"/>
              <a:t>favourite_language.lstrip</a:t>
            </a:r>
            <a:r>
              <a:rPr lang="en-US" sz="2400" dirty="0" smtClean="0"/>
              <a:t>()) 	&gt;&gt;&gt;  	“python     “     print(</a:t>
            </a:r>
            <a:r>
              <a:rPr lang="en-US" sz="2400" dirty="0" err="1" smtClean="0"/>
              <a:t>favourite_language.strip</a:t>
            </a:r>
            <a:r>
              <a:rPr lang="en-US" sz="2400" dirty="0" smtClean="0"/>
              <a:t>()) 	&gt;&gt;&gt;  	“python”</a:t>
            </a:r>
          </a:p>
          <a:p>
            <a:endParaRPr lang="en-US" sz="2400" b="1" dirty="0" smtClean="0"/>
          </a:p>
          <a:p>
            <a:endParaRPr lang="en-US" sz="2400" b="1" dirty="0" smtClean="0"/>
          </a:p>
        </p:txBody>
      </p:sp>
      <p:sp>
        <p:nvSpPr>
          <p:cNvPr id="20483" name="Slide Number Placeholder 3"/>
          <p:cNvSpPr>
            <a:spLocks noGrp="1"/>
          </p:cNvSpPr>
          <p:nvPr>
            <p:ph type="sldNum" sz="quarter" idx="10"/>
          </p:nvPr>
        </p:nvSpPr>
        <p:spPr>
          <a:noFill/>
        </p:spPr>
        <p:txBody>
          <a:bodyPr/>
          <a:lstStyle/>
          <a:p>
            <a:fld id="{1B0EC1A5-2381-4912-AE60-C80D6031B50A}" type="slidenum">
              <a:rPr lang="en-US"/>
              <a:pPr/>
              <a:t>15</a:t>
            </a:fld>
            <a:endParaRPr 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1"/>
          <p:cNvSpPr>
            <a:spLocks noGrp="1"/>
          </p:cNvSpPr>
          <p:nvPr>
            <p:ph type="title"/>
          </p:nvPr>
        </p:nvSpPr>
        <p:spPr/>
        <p:txBody>
          <a:bodyPr/>
          <a:lstStyle/>
          <a:p>
            <a:r>
              <a:rPr lang="en-US" sz="3600" b="1" i="1" dirty="0" smtClean="0"/>
              <a:t>Avoiding Syntax Errors with Strings</a:t>
            </a:r>
            <a:endParaRPr lang="en-US" sz="3600" dirty="0" smtClean="0"/>
          </a:p>
        </p:txBody>
      </p:sp>
      <p:sp>
        <p:nvSpPr>
          <p:cNvPr id="21506" name="Content Placeholder 2"/>
          <p:cNvSpPr>
            <a:spLocks noGrp="1"/>
          </p:cNvSpPr>
          <p:nvPr>
            <p:ph idx="1"/>
          </p:nvPr>
        </p:nvSpPr>
        <p:spPr/>
        <p:txBody>
          <a:bodyPr/>
          <a:lstStyle/>
          <a:p>
            <a:r>
              <a:rPr lang="en-US" dirty="0" smtClean="0"/>
              <a:t>One kind of error that you might see with some regularity is a </a:t>
            </a:r>
            <a:r>
              <a:rPr lang="en-US" b="1" dirty="0" smtClean="0"/>
              <a:t>syntax error</a:t>
            </a:r>
            <a:r>
              <a:rPr lang="en-US" dirty="0" smtClean="0"/>
              <a:t>.</a:t>
            </a:r>
          </a:p>
          <a:p>
            <a:r>
              <a:rPr lang="en-US" dirty="0" smtClean="0"/>
              <a:t>A </a:t>
            </a:r>
            <a:r>
              <a:rPr lang="en-US" i="1" dirty="0" smtClean="0"/>
              <a:t>syntax error </a:t>
            </a:r>
            <a:r>
              <a:rPr lang="en-US" dirty="0" smtClean="0"/>
              <a:t>occurs when Python doesn’t recognize a section of your program as valid Python code.</a:t>
            </a:r>
          </a:p>
          <a:p>
            <a:r>
              <a:rPr lang="en-US" dirty="0" smtClean="0"/>
              <a:t>message = "One of Python's strengths is its diverse community.“ 				         print(message)</a:t>
            </a:r>
          </a:p>
          <a:p>
            <a:r>
              <a:rPr lang="en-US" b="1" dirty="0" smtClean="0"/>
              <a:t>Output</a:t>
            </a:r>
            <a:r>
              <a:rPr lang="en-US" dirty="0" smtClean="0"/>
              <a:t> = One of Python's strengths is its diverse community.</a:t>
            </a:r>
          </a:p>
        </p:txBody>
      </p:sp>
      <p:sp>
        <p:nvSpPr>
          <p:cNvPr id="21507" name="Slide Number Placeholder 3"/>
          <p:cNvSpPr>
            <a:spLocks noGrp="1"/>
          </p:cNvSpPr>
          <p:nvPr>
            <p:ph type="sldNum" sz="quarter" idx="10"/>
          </p:nvPr>
        </p:nvSpPr>
        <p:spPr>
          <a:noFill/>
        </p:spPr>
        <p:txBody>
          <a:bodyPr/>
          <a:lstStyle/>
          <a:p>
            <a:fld id="{F385FAB4-8380-4E3E-A425-384A999DE291}" type="slidenum">
              <a:rPr lang="en-US"/>
              <a:pPr/>
              <a:t>16</a:t>
            </a:fld>
            <a:endParaRPr 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le 1"/>
          <p:cNvSpPr>
            <a:spLocks noGrp="1"/>
          </p:cNvSpPr>
          <p:nvPr>
            <p:ph type="title"/>
          </p:nvPr>
        </p:nvSpPr>
        <p:spPr/>
        <p:txBody>
          <a:bodyPr/>
          <a:lstStyle/>
          <a:p>
            <a:r>
              <a:rPr lang="en-US" sz="3200" b="1" i="1" dirty="0" smtClean="0"/>
              <a:t>Avoiding Syntax Errors with Strings</a:t>
            </a:r>
            <a:endParaRPr lang="en-US" sz="3600" dirty="0" smtClean="0"/>
          </a:p>
        </p:txBody>
      </p:sp>
      <p:sp>
        <p:nvSpPr>
          <p:cNvPr id="22531" name="Slide Number Placeholder 3"/>
          <p:cNvSpPr>
            <a:spLocks noGrp="1"/>
          </p:cNvSpPr>
          <p:nvPr>
            <p:ph type="sldNum" sz="quarter" idx="10"/>
          </p:nvPr>
        </p:nvSpPr>
        <p:spPr>
          <a:noFill/>
        </p:spPr>
        <p:txBody>
          <a:bodyPr/>
          <a:lstStyle/>
          <a:p>
            <a:fld id="{180613C6-1874-4B8F-A449-A3DDC5DD7DCB}" type="slidenum">
              <a:rPr lang="en-US"/>
              <a:pPr/>
              <a:t>17</a:t>
            </a:fld>
            <a:endParaRPr lang="en-US"/>
          </a:p>
        </p:txBody>
      </p:sp>
      <p:sp>
        <p:nvSpPr>
          <p:cNvPr id="5" name="Content Placeholder 4"/>
          <p:cNvSpPr>
            <a:spLocks noGrp="1"/>
          </p:cNvSpPr>
          <p:nvPr>
            <p:ph idx="1"/>
          </p:nvPr>
        </p:nvSpPr>
        <p:spPr/>
        <p:txBody>
          <a:bodyPr/>
          <a:lstStyle/>
          <a:p>
            <a:r>
              <a:rPr lang="en-US" dirty="0" smtClean="0"/>
              <a:t>However, if you use single quotes, Python can’t identify where the string should end:</a:t>
            </a:r>
          </a:p>
          <a:p>
            <a:r>
              <a:rPr lang="en-US" dirty="0" smtClean="0"/>
              <a:t>message = 'One of Python's strengths is its diverse community.’				         print(message)</a:t>
            </a:r>
          </a:p>
          <a:p>
            <a:r>
              <a:rPr lang="en-US" dirty="0" smtClean="0"/>
              <a:t>You’ll see the following output:</a:t>
            </a:r>
          </a:p>
          <a:p>
            <a:r>
              <a:rPr lang="en-US" dirty="0" smtClean="0"/>
              <a:t>File "apostrophe.py", line 1                                   message = 'One of Python's strengths is its diverse community.‘ 					   </a:t>
            </a:r>
            <a:r>
              <a:rPr lang="en-US" dirty="0" err="1" smtClean="0"/>
              <a:t>SyntaxError</a:t>
            </a:r>
            <a:r>
              <a:rPr lang="en-US" dirty="0" smtClean="0"/>
              <a:t>: invalid syntax.</a:t>
            </a:r>
            <a:endParaRPr 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1"/>
          <p:cNvSpPr>
            <a:spLocks noGrp="1"/>
          </p:cNvSpPr>
          <p:nvPr>
            <p:ph type="title"/>
          </p:nvPr>
        </p:nvSpPr>
        <p:spPr/>
        <p:txBody>
          <a:bodyPr/>
          <a:lstStyle/>
          <a:p>
            <a:r>
              <a:rPr lang="en-US" sz="3600" b="1" dirty="0" err="1" smtClean="0"/>
              <a:t>Classwork</a:t>
            </a:r>
            <a:r>
              <a:rPr lang="en-US" sz="3600" b="1" dirty="0" smtClean="0"/>
              <a:t> Task – Try It Yourself </a:t>
            </a:r>
          </a:p>
        </p:txBody>
      </p:sp>
      <p:sp>
        <p:nvSpPr>
          <p:cNvPr id="21506" name="Content Placeholder 2"/>
          <p:cNvSpPr>
            <a:spLocks noGrp="1"/>
          </p:cNvSpPr>
          <p:nvPr>
            <p:ph idx="1"/>
          </p:nvPr>
        </p:nvSpPr>
        <p:spPr/>
        <p:txBody>
          <a:bodyPr/>
          <a:lstStyle/>
          <a:p>
            <a:r>
              <a:rPr lang="en-US" sz="3200" b="1" u="sng" dirty="0" smtClean="0"/>
              <a:t>Task # 3:</a:t>
            </a:r>
          </a:p>
          <a:p>
            <a:pPr lvl="1"/>
            <a:r>
              <a:rPr lang="en-US" sz="2800" b="1" dirty="0" smtClean="0"/>
              <a:t>Personal Message:</a:t>
            </a:r>
            <a:r>
              <a:rPr lang="en-US" sz="2800" dirty="0" smtClean="0"/>
              <a:t> Store a person’s name in a variable, and print a message to that person. Your message should be simple, such as, “Hello Eric, would you like to learn some Python today?”</a:t>
            </a:r>
          </a:p>
          <a:p>
            <a:pPr lvl="1">
              <a:buNone/>
            </a:pPr>
            <a:endParaRPr lang="en-US" sz="2800" dirty="0" smtClean="0"/>
          </a:p>
          <a:p>
            <a:r>
              <a:rPr lang="en-US" sz="3200" b="1" u="sng" dirty="0" smtClean="0"/>
              <a:t>Task # 4:</a:t>
            </a:r>
          </a:p>
          <a:p>
            <a:pPr lvl="1"/>
            <a:r>
              <a:rPr lang="en-US" sz="2800" b="1" dirty="0" smtClean="0"/>
              <a:t>Name Cases:</a:t>
            </a:r>
            <a:r>
              <a:rPr lang="en-US" sz="2800" dirty="0" smtClean="0"/>
              <a:t> Store a person’s name in a variable, and then print that person’s name in lowercase, uppercase, and </a:t>
            </a:r>
            <a:r>
              <a:rPr lang="en-US" sz="2800" dirty="0" err="1" smtClean="0"/>
              <a:t>titlecase</a:t>
            </a:r>
            <a:r>
              <a:rPr lang="en-US" sz="2800" dirty="0" smtClean="0"/>
              <a:t>.</a:t>
            </a:r>
          </a:p>
          <a:p>
            <a:pPr lvl="1">
              <a:buNone/>
            </a:pPr>
            <a:endParaRPr lang="en-US" dirty="0" smtClean="0"/>
          </a:p>
        </p:txBody>
      </p:sp>
      <p:sp>
        <p:nvSpPr>
          <p:cNvPr id="21507" name="Slide Number Placeholder 3"/>
          <p:cNvSpPr>
            <a:spLocks noGrp="1"/>
          </p:cNvSpPr>
          <p:nvPr>
            <p:ph type="sldNum" sz="quarter" idx="10"/>
          </p:nvPr>
        </p:nvSpPr>
        <p:spPr>
          <a:noFill/>
        </p:spPr>
        <p:txBody>
          <a:bodyPr/>
          <a:lstStyle/>
          <a:p>
            <a:fld id="{F385FAB4-8380-4E3E-A425-384A999DE291}" type="slidenum">
              <a:rPr lang="en-US"/>
              <a:pPr/>
              <a:t>18</a:t>
            </a:fld>
            <a:endParaRPr lang="en-US"/>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1"/>
          <p:cNvSpPr>
            <a:spLocks noGrp="1"/>
          </p:cNvSpPr>
          <p:nvPr>
            <p:ph type="title"/>
          </p:nvPr>
        </p:nvSpPr>
        <p:spPr/>
        <p:txBody>
          <a:bodyPr/>
          <a:lstStyle/>
          <a:p>
            <a:r>
              <a:rPr lang="en-US" sz="3200" b="1" dirty="0" err="1" smtClean="0"/>
              <a:t>Classwork</a:t>
            </a:r>
            <a:r>
              <a:rPr lang="en-US" sz="3200" b="1" dirty="0" smtClean="0"/>
              <a:t> Task – Try It Yourself </a:t>
            </a:r>
            <a:endParaRPr lang="en-US" sz="3200" dirty="0" smtClean="0"/>
          </a:p>
        </p:txBody>
      </p:sp>
      <p:sp>
        <p:nvSpPr>
          <p:cNvPr id="21506" name="Content Placeholder 2"/>
          <p:cNvSpPr>
            <a:spLocks noGrp="1"/>
          </p:cNvSpPr>
          <p:nvPr>
            <p:ph idx="1"/>
          </p:nvPr>
        </p:nvSpPr>
        <p:spPr/>
        <p:txBody>
          <a:bodyPr/>
          <a:lstStyle/>
          <a:p>
            <a:r>
              <a:rPr lang="en-US" sz="3200" b="1" u="sng" dirty="0" smtClean="0"/>
              <a:t>Task # 5:</a:t>
            </a:r>
          </a:p>
          <a:p>
            <a:pPr lvl="1"/>
            <a:r>
              <a:rPr lang="en-US" b="1" dirty="0" smtClean="0"/>
              <a:t>Famous Quote:</a:t>
            </a:r>
            <a:r>
              <a:rPr lang="en-US" dirty="0" smtClean="0"/>
              <a:t> Find a quote from a famous person you admire. Print the quote and the name of its author. Your output should look something like the following, including the quotation marks:					     </a:t>
            </a:r>
            <a:r>
              <a:rPr lang="en-US" i="1" dirty="0" smtClean="0"/>
              <a:t>Albert Einstein once said, “A person who never made a mistake never tried anything new.”</a:t>
            </a:r>
            <a:endParaRPr lang="en-US" sz="8400" dirty="0" smtClean="0"/>
          </a:p>
          <a:p>
            <a:r>
              <a:rPr lang="en-US" sz="3200" b="1" u="sng" dirty="0" smtClean="0"/>
              <a:t>Task # 6:</a:t>
            </a:r>
          </a:p>
          <a:p>
            <a:pPr lvl="1"/>
            <a:r>
              <a:rPr lang="en-US" b="1" dirty="0" smtClean="0"/>
              <a:t>Famous Quote 2:</a:t>
            </a:r>
            <a:r>
              <a:rPr lang="en-US" dirty="0" smtClean="0"/>
              <a:t> Repeat Task#5, but this time store the famous person’s name in a variable called </a:t>
            </a:r>
            <a:r>
              <a:rPr lang="en-US" dirty="0" err="1" smtClean="0"/>
              <a:t>famous_person</a:t>
            </a:r>
            <a:r>
              <a:rPr lang="en-US" dirty="0" smtClean="0"/>
              <a:t>. Then compose your message and store it in a new variable called message. Print your message.</a:t>
            </a:r>
            <a:endParaRPr lang="en-US" sz="7600" dirty="0" smtClean="0"/>
          </a:p>
        </p:txBody>
      </p:sp>
      <p:sp>
        <p:nvSpPr>
          <p:cNvPr id="21507" name="Slide Number Placeholder 3"/>
          <p:cNvSpPr>
            <a:spLocks noGrp="1"/>
          </p:cNvSpPr>
          <p:nvPr>
            <p:ph type="sldNum" sz="quarter" idx="10"/>
          </p:nvPr>
        </p:nvSpPr>
        <p:spPr>
          <a:noFill/>
        </p:spPr>
        <p:txBody>
          <a:bodyPr/>
          <a:lstStyle/>
          <a:p>
            <a:fld id="{F385FAB4-8380-4E3E-A425-384A999DE291}" type="slidenum">
              <a:rPr lang="en-US"/>
              <a:pPr/>
              <a:t>19</a:t>
            </a:fld>
            <a:endParaRPr 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t>Classwork</a:t>
            </a:r>
            <a:r>
              <a:rPr lang="en-US" b="1" dirty="0" smtClean="0"/>
              <a:t> Task – Try It Yourself </a:t>
            </a:r>
            <a:endParaRPr lang="en-US" dirty="0"/>
          </a:p>
        </p:txBody>
      </p:sp>
      <p:sp>
        <p:nvSpPr>
          <p:cNvPr id="3" name="Content Placeholder 2"/>
          <p:cNvSpPr>
            <a:spLocks noGrp="1"/>
          </p:cNvSpPr>
          <p:nvPr>
            <p:ph idx="1"/>
          </p:nvPr>
        </p:nvSpPr>
        <p:spPr/>
        <p:txBody>
          <a:bodyPr/>
          <a:lstStyle/>
          <a:p>
            <a:r>
              <a:rPr lang="en-US" sz="3200" b="1" u="sng" dirty="0" smtClean="0"/>
              <a:t>Task # 7:</a:t>
            </a:r>
          </a:p>
          <a:p>
            <a:pPr lvl="1"/>
            <a:r>
              <a:rPr lang="en-US" b="1" dirty="0" smtClean="0"/>
              <a:t>Stripping Names:</a:t>
            </a:r>
            <a:r>
              <a:rPr lang="en-US" dirty="0" smtClean="0"/>
              <a:t> Store a person’s name, and include some whitespace characters at the beginning and end of the name. Make sure you use each character combination, "\t" and "\n", at least once. 							    		Print the name once, so the whitespace around the name is displayed. Then print the name using each of the three stripping functions, </a:t>
            </a:r>
            <a:r>
              <a:rPr lang="en-US" dirty="0" err="1" smtClean="0"/>
              <a:t>lstrip</a:t>
            </a:r>
            <a:r>
              <a:rPr lang="en-US" dirty="0" smtClean="0"/>
              <a:t>(), </a:t>
            </a:r>
            <a:r>
              <a:rPr lang="en-US" dirty="0" err="1" smtClean="0"/>
              <a:t>rstrip</a:t>
            </a:r>
            <a:r>
              <a:rPr lang="en-US" dirty="0" smtClean="0"/>
              <a:t>(), and strip().</a:t>
            </a:r>
            <a:endParaRPr lang="en-US" dirty="0"/>
          </a:p>
        </p:txBody>
      </p:sp>
      <p:sp>
        <p:nvSpPr>
          <p:cNvPr id="4" name="Slide Number Placeholder 3"/>
          <p:cNvSpPr>
            <a:spLocks noGrp="1"/>
          </p:cNvSpPr>
          <p:nvPr>
            <p:ph type="sldNum" sz="quarter" idx="10"/>
          </p:nvPr>
        </p:nvSpPr>
        <p:spPr/>
        <p:txBody>
          <a:bodyPr/>
          <a:lstStyle/>
          <a:p>
            <a:fld id="{A23C1B03-0993-4B56-8AC7-1F376C495DCC}" type="slidenum">
              <a:rPr lang="en-US" smtClean="0"/>
              <a:pPr/>
              <a:t>20</a:t>
            </a:fld>
            <a:endParaRPr 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Using Slicing to Subset String</a:t>
            </a:r>
            <a:endParaRPr lang="en-US" dirty="0"/>
          </a:p>
        </p:txBody>
      </p:sp>
      <p:sp>
        <p:nvSpPr>
          <p:cNvPr id="3" name="Content Placeholder 2"/>
          <p:cNvSpPr>
            <a:spLocks noGrp="1"/>
          </p:cNvSpPr>
          <p:nvPr>
            <p:ph idx="1"/>
          </p:nvPr>
        </p:nvSpPr>
        <p:spPr>
          <a:xfrm>
            <a:off x="457200" y="1371600"/>
            <a:ext cx="8574088" cy="5410200"/>
          </a:xfrm>
        </p:spPr>
        <p:txBody>
          <a:bodyPr/>
          <a:lstStyle/>
          <a:p>
            <a:r>
              <a:rPr lang="en-US" dirty="0" smtClean="0"/>
              <a:t>Subsets of strings can be taken using the </a:t>
            </a:r>
            <a:r>
              <a:rPr lang="en-US" b="1" dirty="0" smtClean="0"/>
              <a:t>slice operator ([ ] and [:])</a:t>
            </a:r>
            <a:r>
              <a:rPr lang="en-US" dirty="0" smtClean="0"/>
              <a:t> with indexes starting at </a:t>
            </a:r>
            <a:r>
              <a:rPr lang="en-US" b="1" dirty="0" smtClean="0"/>
              <a:t>0</a:t>
            </a:r>
            <a:r>
              <a:rPr lang="en-US" dirty="0" smtClean="0"/>
              <a:t> in the beginning of the string and working their way from </a:t>
            </a:r>
            <a:r>
              <a:rPr lang="en-US" b="1" dirty="0" smtClean="0"/>
              <a:t>-1</a:t>
            </a:r>
            <a:r>
              <a:rPr lang="en-US" dirty="0" smtClean="0"/>
              <a:t> at the end. </a:t>
            </a:r>
          </a:p>
          <a:p>
            <a:r>
              <a:rPr lang="en-US" sz="2400" dirty="0" err="1" smtClean="0"/>
              <a:t>Str</a:t>
            </a:r>
            <a:r>
              <a:rPr lang="en-US" sz="2400" dirty="0" smtClean="0"/>
              <a:t> = </a:t>
            </a:r>
            <a:r>
              <a:rPr lang="en-US" sz="2400" b="1" dirty="0" smtClean="0"/>
              <a:t>'Hello World!‘</a:t>
            </a:r>
          </a:p>
          <a:p>
            <a:r>
              <a:rPr lang="en-US" sz="1800" dirty="0" smtClean="0"/>
              <a:t>print(</a:t>
            </a:r>
            <a:r>
              <a:rPr lang="en-US" sz="1800" dirty="0" err="1" smtClean="0"/>
              <a:t>Str</a:t>
            </a:r>
            <a:r>
              <a:rPr lang="en-US" sz="1800" dirty="0" smtClean="0"/>
              <a:t>)   &gt;&gt;&gt;    Hello World!      </a:t>
            </a:r>
            <a:r>
              <a:rPr lang="en-US" sz="1800" i="1" dirty="0" smtClean="0"/>
              <a:t># Prints complete string</a:t>
            </a:r>
          </a:p>
          <a:p>
            <a:r>
              <a:rPr lang="en-US" sz="1800" dirty="0" smtClean="0"/>
              <a:t>print(</a:t>
            </a:r>
            <a:r>
              <a:rPr lang="en-US" sz="1800" dirty="0" err="1" smtClean="0"/>
              <a:t>Str</a:t>
            </a:r>
            <a:r>
              <a:rPr lang="en-US" sz="1800" dirty="0" smtClean="0"/>
              <a:t>[0])  &gt;&gt;&gt;    H 	</a:t>
            </a:r>
            <a:r>
              <a:rPr lang="en-US" sz="1800" i="1" dirty="0" smtClean="0"/>
              <a:t># Prints first character of the string</a:t>
            </a:r>
          </a:p>
          <a:p>
            <a:r>
              <a:rPr lang="en-US" sz="1800" dirty="0" smtClean="0"/>
              <a:t>print(</a:t>
            </a:r>
            <a:r>
              <a:rPr lang="en-US" sz="1800" dirty="0" err="1" smtClean="0"/>
              <a:t>Str</a:t>
            </a:r>
            <a:r>
              <a:rPr lang="en-US" sz="1800" dirty="0" smtClean="0"/>
              <a:t>[2:5])  &gt;&gt;&gt;   </a:t>
            </a:r>
            <a:r>
              <a:rPr lang="en-US" sz="1800" dirty="0" err="1" smtClean="0"/>
              <a:t>llo</a:t>
            </a:r>
            <a:r>
              <a:rPr lang="en-US" sz="1800" dirty="0" smtClean="0"/>
              <a:t>  	</a:t>
            </a:r>
            <a:r>
              <a:rPr lang="en-US" sz="1800" i="1" dirty="0" smtClean="0"/>
              <a:t># Prints characters starting from 3rd to 5</a:t>
            </a:r>
            <a:r>
              <a:rPr lang="en-US" sz="1800" i="1" baseline="30000" dirty="0" smtClean="0"/>
              <a:t>th</a:t>
            </a:r>
            <a:endParaRPr lang="en-US" sz="1800" i="1" dirty="0" smtClean="0"/>
          </a:p>
          <a:p>
            <a:r>
              <a:rPr lang="en-US" sz="1800" dirty="0" smtClean="0"/>
              <a:t>print(</a:t>
            </a:r>
            <a:r>
              <a:rPr lang="en-US" sz="1800" dirty="0" err="1" smtClean="0"/>
              <a:t>Str</a:t>
            </a:r>
            <a:r>
              <a:rPr lang="en-US" sz="1800" dirty="0" smtClean="0"/>
              <a:t>[2:])    &gt;&gt;&gt;   </a:t>
            </a:r>
            <a:r>
              <a:rPr lang="en-US" sz="1800" dirty="0" err="1" smtClean="0"/>
              <a:t>llo</a:t>
            </a:r>
            <a:r>
              <a:rPr lang="en-US" sz="1800" dirty="0" smtClean="0"/>
              <a:t> World!  </a:t>
            </a:r>
            <a:r>
              <a:rPr lang="en-US" sz="1800" i="1" dirty="0" smtClean="0"/>
              <a:t># Prints string starting from 3rd character</a:t>
            </a:r>
          </a:p>
          <a:p>
            <a:r>
              <a:rPr lang="en-US" sz="1800" dirty="0"/>
              <a:t>print(</a:t>
            </a:r>
            <a:r>
              <a:rPr lang="en-US" sz="1800" dirty="0" err="1"/>
              <a:t>Str</a:t>
            </a:r>
            <a:r>
              <a:rPr lang="en-US" sz="1800" dirty="0"/>
              <a:t>[-1])    &gt;&gt;&gt;   !  </a:t>
            </a:r>
            <a:r>
              <a:rPr lang="en-US" sz="1800" i="1" dirty="0"/>
              <a:t># Prints character from reverse -1 position</a:t>
            </a:r>
          </a:p>
          <a:p>
            <a:r>
              <a:rPr lang="en-US" sz="1800" dirty="0"/>
              <a:t>print(</a:t>
            </a:r>
            <a:r>
              <a:rPr lang="en-US" sz="1800" dirty="0" err="1"/>
              <a:t>Str</a:t>
            </a:r>
            <a:r>
              <a:rPr lang="en-US" sz="1800" dirty="0"/>
              <a:t>[-4])    &gt;&gt;&gt;   r  </a:t>
            </a:r>
            <a:r>
              <a:rPr lang="en-US" sz="1800" i="1" dirty="0"/>
              <a:t># Prints character from reverse -4 position</a:t>
            </a:r>
          </a:p>
          <a:p>
            <a:r>
              <a:rPr lang="en-US" sz="1800" dirty="0" smtClean="0"/>
              <a:t>print(</a:t>
            </a:r>
            <a:r>
              <a:rPr lang="en-US" sz="1800" dirty="0" err="1" smtClean="0"/>
              <a:t>Str</a:t>
            </a:r>
            <a:r>
              <a:rPr lang="en-US" sz="1800" dirty="0" smtClean="0"/>
              <a:t> * 2)   &gt;&gt;&gt; Hello </a:t>
            </a:r>
            <a:r>
              <a:rPr lang="en-US" sz="1800" dirty="0" err="1" smtClean="0"/>
              <a:t>World!Hello</a:t>
            </a:r>
            <a:r>
              <a:rPr lang="en-US" sz="1800" dirty="0" smtClean="0"/>
              <a:t> World!  </a:t>
            </a:r>
            <a:r>
              <a:rPr lang="en-US" sz="1800" i="1" dirty="0" smtClean="0"/>
              <a:t># Prints string two times</a:t>
            </a:r>
          </a:p>
          <a:p>
            <a:r>
              <a:rPr lang="en-US" sz="1800" dirty="0" smtClean="0"/>
              <a:t>print(</a:t>
            </a:r>
            <a:r>
              <a:rPr lang="en-US" sz="1800" dirty="0" err="1" smtClean="0"/>
              <a:t>Str</a:t>
            </a:r>
            <a:r>
              <a:rPr lang="en-US" sz="1800" dirty="0" smtClean="0"/>
              <a:t> + </a:t>
            </a:r>
            <a:r>
              <a:rPr lang="en-US" sz="1800" b="1" dirty="0" smtClean="0"/>
              <a:t>"TEST"</a:t>
            </a:r>
            <a:r>
              <a:rPr lang="en-US" sz="1800" dirty="0" smtClean="0"/>
              <a:t>) &gt;&gt;&gt; Hello </a:t>
            </a:r>
            <a:r>
              <a:rPr lang="en-US" sz="1800" dirty="0" err="1" smtClean="0"/>
              <a:t>World!TEST</a:t>
            </a:r>
            <a:r>
              <a:rPr lang="en-US" sz="1800" dirty="0" smtClean="0"/>
              <a:t>   </a:t>
            </a:r>
            <a:r>
              <a:rPr lang="en-US" sz="1800" i="1" dirty="0" smtClean="0"/>
              <a:t># Prints concatenated string</a:t>
            </a:r>
          </a:p>
          <a:p>
            <a:r>
              <a:rPr lang="en-US" sz="1800" dirty="0"/>
              <a:t>p</a:t>
            </a:r>
            <a:r>
              <a:rPr lang="en-US" sz="1800" dirty="0" smtClean="0"/>
              <a:t>rint(“h” in </a:t>
            </a:r>
            <a:r>
              <a:rPr lang="en-US" sz="1800" dirty="0" err="1" smtClean="0"/>
              <a:t>Str</a:t>
            </a:r>
            <a:r>
              <a:rPr lang="en-US" sz="1800" dirty="0" smtClean="0"/>
              <a:t>) &gt;&gt;&gt; False </a:t>
            </a:r>
            <a:r>
              <a:rPr lang="en-US" sz="1600" dirty="0" smtClean="0"/>
              <a:t># </a:t>
            </a:r>
            <a:r>
              <a:rPr lang="en-US" sz="1600" dirty="0"/>
              <a:t>Returns true if a character exists in the given </a:t>
            </a:r>
            <a:r>
              <a:rPr lang="en-US" sz="1600" dirty="0" smtClean="0"/>
              <a:t>string</a:t>
            </a:r>
          </a:p>
          <a:p>
            <a:r>
              <a:rPr lang="en-US" sz="1800" dirty="0"/>
              <a:t>print(“h” </a:t>
            </a:r>
            <a:r>
              <a:rPr lang="en-US" sz="1800" dirty="0" smtClean="0"/>
              <a:t>not in </a:t>
            </a:r>
            <a:r>
              <a:rPr lang="en-US" sz="1800" dirty="0" err="1"/>
              <a:t>Str</a:t>
            </a:r>
            <a:r>
              <a:rPr lang="en-US" sz="1800" dirty="0"/>
              <a:t>)</a:t>
            </a:r>
            <a:r>
              <a:rPr lang="en-US" sz="2000" dirty="0"/>
              <a:t> </a:t>
            </a:r>
            <a:r>
              <a:rPr lang="en-US" sz="2000"/>
              <a:t>&gt;&gt;&gt; </a:t>
            </a:r>
            <a:r>
              <a:rPr lang="en-US" sz="1800" smtClean="0"/>
              <a:t>True</a:t>
            </a:r>
            <a:r>
              <a:rPr lang="en-US" sz="2000" smtClean="0"/>
              <a:t> </a:t>
            </a:r>
            <a:r>
              <a:rPr lang="en-US" sz="1800" dirty="0"/>
              <a:t># Returns true if a character </a:t>
            </a:r>
            <a:r>
              <a:rPr lang="en-US" sz="1800" dirty="0" smtClean="0"/>
              <a:t>does not exists </a:t>
            </a:r>
            <a:r>
              <a:rPr lang="en-US" sz="1800" dirty="0"/>
              <a:t>in the given string</a:t>
            </a:r>
          </a:p>
          <a:p>
            <a:endParaRPr lang="en-US" sz="2000" dirty="0" smtClean="0"/>
          </a:p>
        </p:txBody>
      </p:sp>
      <p:sp>
        <p:nvSpPr>
          <p:cNvPr id="4" name="Slide Number Placeholder 3"/>
          <p:cNvSpPr>
            <a:spLocks noGrp="1"/>
          </p:cNvSpPr>
          <p:nvPr>
            <p:ph type="sldNum" sz="quarter" idx="10"/>
          </p:nvPr>
        </p:nvSpPr>
        <p:spPr/>
        <p:txBody>
          <a:bodyPr/>
          <a:lstStyle/>
          <a:p>
            <a:fld id="{A23C1B03-0993-4B56-8AC7-1F376C495DCC}" type="slidenum">
              <a:rPr lang="en-US" smtClean="0"/>
              <a:pPr/>
              <a:t>21</a:t>
            </a:fld>
            <a:endParaRPr lang="en-US"/>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String Formatting </a:t>
            </a:r>
            <a:r>
              <a:rPr lang="en-US" b="1" dirty="0" smtClean="0"/>
              <a:t>Operator (%)</a:t>
            </a:r>
            <a:endParaRPr lang="en-US" dirty="0"/>
          </a:p>
        </p:txBody>
      </p:sp>
      <p:sp>
        <p:nvSpPr>
          <p:cNvPr id="3" name="Content Placeholder 2"/>
          <p:cNvSpPr>
            <a:spLocks noGrp="1"/>
          </p:cNvSpPr>
          <p:nvPr>
            <p:ph idx="1"/>
          </p:nvPr>
        </p:nvSpPr>
        <p:spPr/>
        <p:txBody>
          <a:bodyPr/>
          <a:lstStyle/>
          <a:p>
            <a:r>
              <a:rPr lang="en-US" dirty="0"/>
              <a:t>One of Python's coolest features is the string format operator </a:t>
            </a:r>
            <a:r>
              <a:rPr lang="en-US" b="1" u="sng" dirty="0" smtClean="0"/>
              <a:t>(%)</a:t>
            </a:r>
            <a:r>
              <a:rPr lang="en-US" dirty="0" smtClean="0"/>
              <a:t>. </a:t>
            </a:r>
            <a:r>
              <a:rPr lang="en-US" dirty="0"/>
              <a:t>This operator is unique to strings and makes up for the pack of having functions from C's </a:t>
            </a:r>
            <a:r>
              <a:rPr lang="en-US" dirty="0" err="1"/>
              <a:t>printf</a:t>
            </a:r>
            <a:r>
              <a:rPr lang="en-US" dirty="0"/>
              <a:t>() family. Following is a simple example </a:t>
            </a:r>
            <a:r>
              <a:rPr lang="en-US" dirty="0" smtClean="0"/>
              <a:t>:-</a:t>
            </a:r>
          </a:p>
          <a:p>
            <a:endParaRPr lang="en-US" dirty="0" smtClean="0"/>
          </a:p>
          <a:p>
            <a:r>
              <a:rPr lang="en-US" sz="2400" dirty="0"/>
              <a:t>print("My name is %s and weight is </a:t>
            </a:r>
            <a:r>
              <a:rPr lang="en-US" sz="2400" dirty="0" smtClean="0"/>
              <a:t>%d </a:t>
            </a:r>
            <a:r>
              <a:rPr lang="en-US" sz="2400" dirty="0"/>
              <a:t>kg!" % ('Zara', 21</a:t>
            </a:r>
            <a:r>
              <a:rPr lang="en-US" sz="2400" dirty="0" smtClean="0"/>
              <a:t>))</a:t>
            </a:r>
          </a:p>
          <a:p>
            <a:endParaRPr lang="en-US" sz="2400" dirty="0" smtClean="0"/>
          </a:p>
          <a:p>
            <a:r>
              <a:rPr lang="en-US" sz="2400" dirty="0" smtClean="0"/>
              <a:t>Output = My </a:t>
            </a:r>
            <a:r>
              <a:rPr lang="en-US" sz="2400" dirty="0"/>
              <a:t>name is Zara and weight is 21 kg!</a:t>
            </a:r>
          </a:p>
        </p:txBody>
      </p:sp>
      <p:sp>
        <p:nvSpPr>
          <p:cNvPr id="4" name="Slide Number Placeholder 3"/>
          <p:cNvSpPr>
            <a:spLocks noGrp="1"/>
          </p:cNvSpPr>
          <p:nvPr>
            <p:ph type="sldNum" sz="quarter" idx="10"/>
          </p:nvPr>
        </p:nvSpPr>
        <p:spPr/>
        <p:txBody>
          <a:bodyPr/>
          <a:lstStyle/>
          <a:p>
            <a:fld id="{A23C1B03-0993-4B56-8AC7-1F376C495DCC}" type="slidenum">
              <a:rPr lang="en-US" smtClean="0"/>
              <a:pPr/>
              <a:t>22</a:t>
            </a:fld>
            <a:endParaRPr lang="en-US"/>
          </a:p>
        </p:txBody>
      </p:sp>
    </p:spTree>
    <p:extLst>
      <p:ext uri="{BB962C8B-B14F-4D97-AF65-F5344CB8AC3E}">
        <p14:creationId xmlns="" xmlns:p14="http://schemas.microsoft.com/office/powerpoint/2010/main" val="105053827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Some String format symbols</a:t>
            </a:r>
            <a:endParaRPr lang="en-US" dirty="0"/>
          </a:p>
        </p:txBody>
      </p:sp>
      <p:sp>
        <p:nvSpPr>
          <p:cNvPr id="4" name="Slide Number Placeholder 3"/>
          <p:cNvSpPr>
            <a:spLocks noGrp="1"/>
          </p:cNvSpPr>
          <p:nvPr>
            <p:ph type="sldNum" sz="quarter" idx="10"/>
          </p:nvPr>
        </p:nvSpPr>
        <p:spPr/>
        <p:txBody>
          <a:bodyPr/>
          <a:lstStyle/>
          <a:p>
            <a:fld id="{A23C1B03-0993-4B56-8AC7-1F376C495DCC}" type="slidenum">
              <a:rPr lang="en-US" smtClean="0"/>
              <a:pPr/>
              <a:t>23</a:t>
            </a:fld>
            <a:endParaRPr lang="en-US"/>
          </a:p>
        </p:txBody>
      </p:sp>
      <p:graphicFrame>
        <p:nvGraphicFramePr>
          <p:cNvPr id="7" name="Content Placeholder 6"/>
          <p:cNvGraphicFramePr>
            <a:graphicFrameLocks noGrp="1"/>
          </p:cNvGraphicFramePr>
          <p:nvPr>
            <p:ph idx="1"/>
          </p:nvPr>
        </p:nvGraphicFramePr>
        <p:xfrm>
          <a:off x="457200" y="1554480"/>
          <a:ext cx="8574088" cy="4663440"/>
        </p:xfrm>
        <a:graphic>
          <a:graphicData uri="http://schemas.openxmlformats.org/drawingml/2006/table">
            <a:tbl>
              <a:tblPr/>
              <a:tblGrid>
                <a:gridCol w="4287044"/>
                <a:gridCol w="4287044"/>
              </a:tblGrid>
              <a:tr h="0">
                <a:tc>
                  <a:txBody>
                    <a:bodyPr/>
                    <a:lstStyle/>
                    <a:p>
                      <a:r>
                        <a:rPr lang="en-US">
                          <a:effectLst/>
                        </a:rPr>
                        <a:t>Format Symbol</a:t>
                      </a:r>
                    </a:p>
                  </a:txBody>
                  <a:tcPr anchor="ctr">
                    <a:lnL>
                      <a:noFill/>
                    </a:lnL>
                    <a:lnR>
                      <a:noFill/>
                    </a:lnR>
                    <a:lnT>
                      <a:noFill/>
                    </a:lnT>
                    <a:lnB>
                      <a:noFill/>
                    </a:lnB>
                  </a:tcPr>
                </a:tc>
                <a:tc>
                  <a:txBody>
                    <a:bodyPr/>
                    <a:lstStyle/>
                    <a:p>
                      <a:r>
                        <a:rPr lang="en-US"/>
                        <a:t>Conversion</a:t>
                      </a:r>
                    </a:p>
                  </a:txBody>
                  <a:tcPr anchor="ctr">
                    <a:lnL>
                      <a:noFill/>
                    </a:lnL>
                    <a:lnR>
                      <a:noFill/>
                    </a:lnR>
                    <a:lnT>
                      <a:noFill/>
                    </a:lnT>
                    <a:lnB>
                      <a:noFill/>
                    </a:lnB>
                  </a:tcPr>
                </a:tc>
              </a:tr>
              <a:tr h="0">
                <a:tc>
                  <a:txBody>
                    <a:bodyPr/>
                    <a:lstStyle/>
                    <a:p>
                      <a:r>
                        <a:rPr lang="en-US"/>
                        <a:t>%c</a:t>
                      </a:r>
                    </a:p>
                  </a:txBody>
                  <a:tcPr anchor="ctr">
                    <a:lnL>
                      <a:noFill/>
                    </a:lnL>
                    <a:lnR>
                      <a:noFill/>
                    </a:lnR>
                    <a:lnT>
                      <a:noFill/>
                    </a:lnT>
                    <a:lnB>
                      <a:noFill/>
                    </a:lnB>
                  </a:tcPr>
                </a:tc>
                <a:tc>
                  <a:txBody>
                    <a:bodyPr/>
                    <a:lstStyle/>
                    <a:p>
                      <a:r>
                        <a:rPr lang="en-US"/>
                        <a:t>character</a:t>
                      </a:r>
                    </a:p>
                  </a:txBody>
                  <a:tcPr anchor="ctr">
                    <a:lnL>
                      <a:noFill/>
                    </a:lnL>
                    <a:lnR>
                      <a:noFill/>
                    </a:lnR>
                    <a:lnT>
                      <a:noFill/>
                    </a:lnT>
                    <a:lnB>
                      <a:noFill/>
                    </a:lnB>
                  </a:tcPr>
                </a:tc>
              </a:tr>
              <a:tr h="0">
                <a:tc>
                  <a:txBody>
                    <a:bodyPr/>
                    <a:lstStyle/>
                    <a:p>
                      <a:r>
                        <a:rPr lang="en-US"/>
                        <a:t>%s</a:t>
                      </a:r>
                    </a:p>
                  </a:txBody>
                  <a:tcPr anchor="ctr">
                    <a:lnL>
                      <a:noFill/>
                    </a:lnL>
                    <a:lnR>
                      <a:noFill/>
                    </a:lnR>
                    <a:lnT>
                      <a:noFill/>
                    </a:lnT>
                    <a:lnB>
                      <a:noFill/>
                    </a:lnB>
                  </a:tcPr>
                </a:tc>
                <a:tc>
                  <a:txBody>
                    <a:bodyPr/>
                    <a:lstStyle/>
                    <a:p>
                      <a:r>
                        <a:rPr lang="en-US"/>
                        <a:t>string conversion via str() prior to formatting</a:t>
                      </a:r>
                    </a:p>
                  </a:txBody>
                  <a:tcPr anchor="ctr">
                    <a:lnL>
                      <a:noFill/>
                    </a:lnL>
                    <a:lnR>
                      <a:noFill/>
                    </a:lnR>
                    <a:lnT>
                      <a:noFill/>
                    </a:lnT>
                    <a:lnB>
                      <a:noFill/>
                    </a:lnB>
                  </a:tcPr>
                </a:tc>
              </a:tr>
              <a:tr h="0">
                <a:tc>
                  <a:txBody>
                    <a:bodyPr/>
                    <a:lstStyle/>
                    <a:p>
                      <a:r>
                        <a:rPr lang="en-US"/>
                        <a:t>%i</a:t>
                      </a:r>
                    </a:p>
                  </a:txBody>
                  <a:tcPr anchor="ctr">
                    <a:lnL>
                      <a:noFill/>
                    </a:lnL>
                    <a:lnR>
                      <a:noFill/>
                    </a:lnR>
                    <a:lnT>
                      <a:noFill/>
                    </a:lnT>
                    <a:lnB>
                      <a:noFill/>
                    </a:lnB>
                  </a:tcPr>
                </a:tc>
                <a:tc>
                  <a:txBody>
                    <a:bodyPr/>
                    <a:lstStyle/>
                    <a:p>
                      <a:r>
                        <a:rPr lang="en-US"/>
                        <a:t>signed decimal integer</a:t>
                      </a:r>
                    </a:p>
                  </a:txBody>
                  <a:tcPr anchor="ctr">
                    <a:lnL>
                      <a:noFill/>
                    </a:lnL>
                    <a:lnR>
                      <a:noFill/>
                    </a:lnR>
                    <a:lnT>
                      <a:noFill/>
                    </a:lnT>
                    <a:lnB>
                      <a:noFill/>
                    </a:lnB>
                  </a:tcPr>
                </a:tc>
              </a:tr>
              <a:tr h="0">
                <a:tc>
                  <a:txBody>
                    <a:bodyPr/>
                    <a:lstStyle/>
                    <a:p>
                      <a:r>
                        <a:rPr lang="en-US"/>
                        <a:t>%d</a:t>
                      </a:r>
                    </a:p>
                  </a:txBody>
                  <a:tcPr anchor="ctr">
                    <a:lnL>
                      <a:noFill/>
                    </a:lnL>
                    <a:lnR>
                      <a:noFill/>
                    </a:lnR>
                    <a:lnT>
                      <a:noFill/>
                    </a:lnT>
                    <a:lnB>
                      <a:noFill/>
                    </a:lnB>
                  </a:tcPr>
                </a:tc>
                <a:tc>
                  <a:txBody>
                    <a:bodyPr/>
                    <a:lstStyle/>
                    <a:p>
                      <a:r>
                        <a:rPr lang="en-US"/>
                        <a:t>signed decimal integer</a:t>
                      </a:r>
                    </a:p>
                  </a:txBody>
                  <a:tcPr anchor="ctr">
                    <a:lnL>
                      <a:noFill/>
                    </a:lnL>
                    <a:lnR>
                      <a:noFill/>
                    </a:lnR>
                    <a:lnT>
                      <a:noFill/>
                    </a:lnT>
                    <a:lnB>
                      <a:noFill/>
                    </a:lnB>
                  </a:tcPr>
                </a:tc>
              </a:tr>
              <a:tr h="0">
                <a:tc>
                  <a:txBody>
                    <a:bodyPr/>
                    <a:lstStyle/>
                    <a:p>
                      <a:r>
                        <a:rPr lang="en-US"/>
                        <a:t>%u</a:t>
                      </a:r>
                    </a:p>
                  </a:txBody>
                  <a:tcPr anchor="ctr">
                    <a:lnL>
                      <a:noFill/>
                    </a:lnL>
                    <a:lnR>
                      <a:noFill/>
                    </a:lnR>
                    <a:lnT>
                      <a:noFill/>
                    </a:lnT>
                    <a:lnB>
                      <a:noFill/>
                    </a:lnB>
                  </a:tcPr>
                </a:tc>
                <a:tc>
                  <a:txBody>
                    <a:bodyPr/>
                    <a:lstStyle/>
                    <a:p>
                      <a:r>
                        <a:rPr lang="en-US"/>
                        <a:t>unsigned decimal integer</a:t>
                      </a:r>
                    </a:p>
                  </a:txBody>
                  <a:tcPr anchor="ctr">
                    <a:lnL>
                      <a:noFill/>
                    </a:lnL>
                    <a:lnR>
                      <a:noFill/>
                    </a:lnR>
                    <a:lnT>
                      <a:noFill/>
                    </a:lnT>
                    <a:lnB>
                      <a:noFill/>
                    </a:lnB>
                  </a:tcPr>
                </a:tc>
              </a:tr>
              <a:tr h="0">
                <a:tc>
                  <a:txBody>
                    <a:bodyPr/>
                    <a:lstStyle/>
                    <a:p>
                      <a:r>
                        <a:rPr lang="en-US"/>
                        <a:t>%o</a:t>
                      </a:r>
                    </a:p>
                  </a:txBody>
                  <a:tcPr anchor="ctr">
                    <a:lnL>
                      <a:noFill/>
                    </a:lnL>
                    <a:lnR>
                      <a:noFill/>
                    </a:lnR>
                    <a:lnT>
                      <a:noFill/>
                    </a:lnT>
                    <a:lnB>
                      <a:noFill/>
                    </a:lnB>
                  </a:tcPr>
                </a:tc>
                <a:tc>
                  <a:txBody>
                    <a:bodyPr/>
                    <a:lstStyle/>
                    <a:p>
                      <a:r>
                        <a:rPr lang="en-US"/>
                        <a:t>octal integer</a:t>
                      </a:r>
                    </a:p>
                  </a:txBody>
                  <a:tcPr anchor="ctr">
                    <a:lnL>
                      <a:noFill/>
                    </a:lnL>
                    <a:lnR>
                      <a:noFill/>
                    </a:lnR>
                    <a:lnT>
                      <a:noFill/>
                    </a:lnT>
                    <a:lnB>
                      <a:noFill/>
                    </a:lnB>
                  </a:tcPr>
                </a:tc>
              </a:tr>
              <a:tr h="0">
                <a:tc>
                  <a:txBody>
                    <a:bodyPr/>
                    <a:lstStyle/>
                    <a:p>
                      <a:r>
                        <a:rPr lang="en-US" dirty="0"/>
                        <a:t>%x</a:t>
                      </a:r>
                    </a:p>
                  </a:txBody>
                  <a:tcPr anchor="ctr">
                    <a:lnL>
                      <a:noFill/>
                    </a:lnL>
                    <a:lnR>
                      <a:noFill/>
                    </a:lnR>
                    <a:lnT>
                      <a:noFill/>
                    </a:lnT>
                    <a:lnB>
                      <a:noFill/>
                    </a:lnB>
                  </a:tcPr>
                </a:tc>
                <a:tc>
                  <a:txBody>
                    <a:bodyPr/>
                    <a:lstStyle/>
                    <a:p>
                      <a:r>
                        <a:rPr lang="en-US"/>
                        <a:t>hexadecimal integer (lowercase letters)</a:t>
                      </a:r>
                    </a:p>
                  </a:txBody>
                  <a:tcPr anchor="ctr">
                    <a:lnL>
                      <a:noFill/>
                    </a:lnL>
                    <a:lnR>
                      <a:noFill/>
                    </a:lnR>
                    <a:lnT>
                      <a:noFill/>
                    </a:lnT>
                    <a:lnB>
                      <a:noFill/>
                    </a:lnB>
                  </a:tcPr>
                </a:tc>
              </a:tr>
              <a:tr h="0">
                <a:tc>
                  <a:txBody>
                    <a:bodyPr/>
                    <a:lstStyle/>
                    <a:p>
                      <a:r>
                        <a:rPr lang="en-US"/>
                        <a:t>%X</a:t>
                      </a:r>
                    </a:p>
                  </a:txBody>
                  <a:tcPr anchor="ctr">
                    <a:lnL>
                      <a:noFill/>
                    </a:lnL>
                    <a:lnR>
                      <a:noFill/>
                    </a:lnR>
                    <a:lnT>
                      <a:noFill/>
                    </a:lnT>
                    <a:lnB>
                      <a:noFill/>
                    </a:lnB>
                  </a:tcPr>
                </a:tc>
                <a:tc>
                  <a:txBody>
                    <a:bodyPr/>
                    <a:lstStyle/>
                    <a:p>
                      <a:r>
                        <a:rPr lang="en-US"/>
                        <a:t>hexadecimal integer (UPPERcase letters)</a:t>
                      </a:r>
                    </a:p>
                  </a:txBody>
                  <a:tcPr anchor="ctr">
                    <a:lnL>
                      <a:noFill/>
                    </a:lnL>
                    <a:lnR>
                      <a:noFill/>
                    </a:lnR>
                    <a:lnT>
                      <a:noFill/>
                    </a:lnT>
                    <a:lnB>
                      <a:noFill/>
                    </a:lnB>
                  </a:tcPr>
                </a:tc>
              </a:tr>
              <a:tr h="0">
                <a:tc>
                  <a:txBody>
                    <a:bodyPr/>
                    <a:lstStyle/>
                    <a:p>
                      <a:r>
                        <a:rPr lang="en-US"/>
                        <a:t>%e</a:t>
                      </a:r>
                    </a:p>
                  </a:txBody>
                  <a:tcPr anchor="ctr">
                    <a:lnL>
                      <a:noFill/>
                    </a:lnL>
                    <a:lnR>
                      <a:noFill/>
                    </a:lnR>
                    <a:lnT>
                      <a:noFill/>
                    </a:lnT>
                    <a:lnB>
                      <a:noFill/>
                    </a:lnB>
                  </a:tcPr>
                </a:tc>
                <a:tc>
                  <a:txBody>
                    <a:bodyPr/>
                    <a:lstStyle/>
                    <a:p>
                      <a:r>
                        <a:rPr lang="en-US"/>
                        <a:t>exponential notation (with lowercase 'e')</a:t>
                      </a:r>
                    </a:p>
                  </a:txBody>
                  <a:tcPr anchor="ctr">
                    <a:lnL>
                      <a:noFill/>
                    </a:lnL>
                    <a:lnR>
                      <a:noFill/>
                    </a:lnR>
                    <a:lnT>
                      <a:noFill/>
                    </a:lnT>
                    <a:lnB>
                      <a:noFill/>
                    </a:lnB>
                  </a:tcPr>
                </a:tc>
              </a:tr>
              <a:tr h="0">
                <a:tc>
                  <a:txBody>
                    <a:bodyPr/>
                    <a:lstStyle/>
                    <a:p>
                      <a:r>
                        <a:rPr lang="en-US"/>
                        <a:t>%E</a:t>
                      </a:r>
                    </a:p>
                  </a:txBody>
                  <a:tcPr anchor="ctr">
                    <a:lnL>
                      <a:noFill/>
                    </a:lnL>
                    <a:lnR>
                      <a:noFill/>
                    </a:lnR>
                    <a:lnT>
                      <a:noFill/>
                    </a:lnT>
                    <a:lnB>
                      <a:noFill/>
                    </a:lnB>
                  </a:tcPr>
                </a:tc>
                <a:tc>
                  <a:txBody>
                    <a:bodyPr/>
                    <a:lstStyle/>
                    <a:p>
                      <a:r>
                        <a:rPr lang="en-US"/>
                        <a:t>exponential notation (with UPPERcase 'E')</a:t>
                      </a:r>
                    </a:p>
                  </a:txBody>
                  <a:tcPr anchor="ctr">
                    <a:lnL>
                      <a:noFill/>
                    </a:lnL>
                    <a:lnR>
                      <a:noFill/>
                    </a:lnR>
                    <a:lnT>
                      <a:noFill/>
                    </a:lnT>
                    <a:lnB>
                      <a:noFill/>
                    </a:lnB>
                  </a:tcPr>
                </a:tc>
              </a:tr>
              <a:tr h="0">
                <a:tc>
                  <a:txBody>
                    <a:bodyPr/>
                    <a:lstStyle/>
                    <a:p>
                      <a:r>
                        <a:rPr lang="en-US"/>
                        <a:t>%f</a:t>
                      </a:r>
                    </a:p>
                  </a:txBody>
                  <a:tcPr anchor="ctr">
                    <a:lnL>
                      <a:noFill/>
                    </a:lnL>
                    <a:lnR>
                      <a:noFill/>
                    </a:lnR>
                    <a:lnT>
                      <a:noFill/>
                    </a:lnT>
                    <a:lnB>
                      <a:noFill/>
                    </a:lnB>
                  </a:tcPr>
                </a:tc>
                <a:tc>
                  <a:txBody>
                    <a:bodyPr/>
                    <a:lstStyle/>
                    <a:p>
                      <a:r>
                        <a:rPr lang="en-US" dirty="0"/>
                        <a:t>floating point real number</a:t>
                      </a:r>
                    </a:p>
                  </a:txBody>
                  <a:tcPr anchor="ctr">
                    <a:lnL>
                      <a:noFill/>
                    </a:lnL>
                    <a:lnR>
                      <a:noFill/>
                    </a:lnR>
                    <a:lnT>
                      <a:noFill/>
                    </a:lnT>
                    <a:lnB>
                      <a:noFill/>
                    </a:lnB>
                  </a:tcPr>
                </a:tc>
              </a:tr>
            </a:tbl>
          </a:graphicData>
        </a:graphic>
      </p:graphicFrame>
    </p:spTree>
    <p:extLst>
      <p:ext uri="{BB962C8B-B14F-4D97-AF65-F5344CB8AC3E}">
        <p14:creationId xmlns="" xmlns:p14="http://schemas.microsoft.com/office/powerpoint/2010/main" val="212307800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Built-in String Methods</a:t>
            </a:r>
            <a:endParaRPr lang="en-US" dirty="0"/>
          </a:p>
        </p:txBody>
      </p:sp>
      <p:sp>
        <p:nvSpPr>
          <p:cNvPr id="3" name="Content Placeholder 2"/>
          <p:cNvSpPr>
            <a:spLocks noGrp="1"/>
          </p:cNvSpPr>
          <p:nvPr>
            <p:ph idx="1"/>
          </p:nvPr>
        </p:nvSpPr>
        <p:spPr/>
        <p:txBody>
          <a:bodyPr/>
          <a:lstStyle/>
          <a:p>
            <a:r>
              <a:rPr lang="en-US" b="1" dirty="0" smtClean="0"/>
              <a:t>capitalize() &gt;&gt;&gt; </a:t>
            </a:r>
            <a:r>
              <a:rPr lang="en-US" dirty="0" smtClean="0"/>
              <a:t>Capitalizes first letter of string	         </a:t>
            </a:r>
            <a:r>
              <a:rPr lang="en-US" dirty="0" err="1" smtClean="0"/>
              <a:t>str</a:t>
            </a:r>
            <a:r>
              <a:rPr lang="en-US" dirty="0" smtClean="0"/>
              <a:t> = "this is string example....wow!!!";		      print("</a:t>
            </a:r>
            <a:r>
              <a:rPr lang="en-US" dirty="0" err="1" smtClean="0"/>
              <a:t>str.capitalize</a:t>
            </a:r>
            <a:r>
              <a:rPr lang="en-US" dirty="0" smtClean="0"/>
              <a:t>() : “ + </a:t>
            </a:r>
            <a:r>
              <a:rPr lang="en-US" dirty="0" err="1" smtClean="0"/>
              <a:t>str.capitalize</a:t>
            </a:r>
            <a:r>
              <a:rPr lang="en-US" dirty="0" smtClean="0"/>
              <a:t>())</a:t>
            </a:r>
          </a:p>
          <a:p>
            <a:r>
              <a:rPr lang="en-US" b="1" dirty="0" smtClean="0"/>
              <a:t>Output</a:t>
            </a:r>
            <a:r>
              <a:rPr lang="en-US" dirty="0" smtClean="0"/>
              <a:t>= </a:t>
            </a:r>
            <a:r>
              <a:rPr lang="en-US" sz="2400" dirty="0" err="1" smtClean="0"/>
              <a:t>str.capitalize</a:t>
            </a:r>
            <a:r>
              <a:rPr lang="en-US" sz="2400" dirty="0" smtClean="0"/>
              <a:t>() : This is string example....wow!!!</a:t>
            </a:r>
          </a:p>
          <a:p>
            <a:endParaRPr lang="en-US" sz="2400" dirty="0" smtClean="0"/>
          </a:p>
          <a:p>
            <a:r>
              <a:rPr lang="en-US" b="1" dirty="0" smtClean="0"/>
              <a:t>center(width, </a:t>
            </a:r>
            <a:r>
              <a:rPr lang="en-US" b="1" dirty="0" err="1" smtClean="0"/>
              <a:t>fillchar</a:t>
            </a:r>
            <a:r>
              <a:rPr lang="en-US" b="1" dirty="0" smtClean="0"/>
              <a:t>) &gt;&gt;&gt; </a:t>
            </a:r>
            <a:r>
              <a:rPr lang="en-US" sz="2400" b="1" dirty="0" smtClean="0"/>
              <a:t>				   </a:t>
            </a:r>
            <a:r>
              <a:rPr lang="en-US" sz="2400" dirty="0" smtClean="0"/>
              <a:t>Returns a space-padded string with the original string centered to a total of width columns.			                                   </a:t>
            </a:r>
            <a:r>
              <a:rPr lang="en-US" sz="2400" dirty="0" err="1" smtClean="0"/>
              <a:t>str</a:t>
            </a:r>
            <a:r>
              <a:rPr lang="en-US" sz="2400" dirty="0" smtClean="0"/>
              <a:t> = "this is string example....wow!!!"; 				 print("</a:t>
            </a:r>
            <a:r>
              <a:rPr lang="en-US" sz="2400" dirty="0" err="1" smtClean="0"/>
              <a:t>str.center</a:t>
            </a:r>
            <a:r>
              <a:rPr lang="en-US" sz="2400" dirty="0" smtClean="0"/>
              <a:t>(40, 'a') : “ + </a:t>
            </a:r>
            <a:r>
              <a:rPr lang="en-US" sz="2400" dirty="0" err="1" smtClean="0"/>
              <a:t>str.center</a:t>
            </a:r>
            <a:r>
              <a:rPr lang="en-US" sz="2400" dirty="0" smtClean="0"/>
              <a:t>(40, 'a’))</a:t>
            </a:r>
          </a:p>
          <a:p>
            <a:r>
              <a:rPr lang="en-US" sz="2400" dirty="0" err="1"/>
              <a:t>str.center</a:t>
            </a:r>
            <a:r>
              <a:rPr lang="en-US" sz="2400" dirty="0"/>
              <a:t>(40, 'a') :  </a:t>
            </a:r>
            <a:r>
              <a:rPr lang="en-US" sz="2400" dirty="0" err="1"/>
              <a:t>aaaathis</a:t>
            </a:r>
            <a:r>
              <a:rPr lang="en-US" sz="2400" dirty="0"/>
              <a:t> is string example....wow!!!</a:t>
            </a:r>
            <a:r>
              <a:rPr lang="en-US" sz="2400" dirty="0" err="1"/>
              <a:t>aaaa</a:t>
            </a:r>
            <a:endParaRPr lang="en-US" sz="2400" dirty="0" smtClean="0"/>
          </a:p>
        </p:txBody>
      </p:sp>
      <p:sp>
        <p:nvSpPr>
          <p:cNvPr id="4" name="Slide Number Placeholder 3"/>
          <p:cNvSpPr>
            <a:spLocks noGrp="1"/>
          </p:cNvSpPr>
          <p:nvPr>
            <p:ph type="sldNum" sz="quarter" idx="10"/>
          </p:nvPr>
        </p:nvSpPr>
        <p:spPr/>
        <p:txBody>
          <a:bodyPr/>
          <a:lstStyle/>
          <a:p>
            <a:fld id="{A23C1B03-0993-4B56-8AC7-1F376C495DCC}" type="slidenum">
              <a:rPr lang="en-US" smtClean="0"/>
              <a:pPr/>
              <a:t>24</a:t>
            </a:fld>
            <a:endParaRPr lang="en-US"/>
          </a:p>
        </p:txBody>
      </p:sp>
    </p:spTree>
    <p:extLst>
      <p:ext uri="{BB962C8B-B14F-4D97-AF65-F5344CB8AC3E}">
        <p14:creationId xmlns="" xmlns:p14="http://schemas.microsoft.com/office/powerpoint/2010/main" val="270351305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Built-in String Methods</a:t>
            </a:r>
            <a:endParaRPr lang="en-US" dirty="0"/>
          </a:p>
        </p:txBody>
      </p:sp>
      <p:sp>
        <p:nvSpPr>
          <p:cNvPr id="3" name="Content Placeholder 2"/>
          <p:cNvSpPr>
            <a:spLocks noGrp="1"/>
          </p:cNvSpPr>
          <p:nvPr>
            <p:ph idx="1"/>
          </p:nvPr>
        </p:nvSpPr>
        <p:spPr/>
        <p:txBody>
          <a:bodyPr/>
          <a:lstStyle/>
          <a:p>
            <a:r>
              <a:rPr lang="en-US" b="1" dirty="0" smtClean="0"/>
              <a:t>count(</a:t>
            </a:r>
            <a:r>
              <a:rPr lang="en-US" b="1" dirty="0" err="1" smtClean="0"/>
              <a:t>str</a:t>
            </a:r>
            <a:r>
              <a:rPr lang="en-US" b="1" dirty="0" smtClean="0"/>
              <a:t>, beg= 0,end=</a:t>
            </a:r>
            <a:r>
              <a:rPr lang="en-US" b="1" dirty="0" err="1" smtClean="0"/>
              <a:t>len</a:t>
            </a:r>
            <a:r>
              <a:rPr lang="en-US" b="1" dirty="0" smtClean="0"/>
              <a:t>(string))</a:t>
            </a:r>
          </a:p>
          <a:p>
            <a:r>
              <a:rPr lang="en-US" dirty="0" smtClean="0"/>
              <a:t>Counts how many times </a:t>
            </a:r>
            <a:r>
              <a:rPr lang="en-US" dirty="0" err="1" smtClean="0"/>
              <a:t>str</a:t>
            </a:r>
            <a:r>
              <a:rPr lang="en-US" dirty="0" smtClean="0"/>
              <a:t> occurs in string or in a substring of string if starting index beg and ending index end are given.</a:t>
            </a:r>
          </a:p>
          <a:p>
            <a:r>
              <a:rPr lang="en-US" dirty="0" err="1" smtClean="0"/>
              <a:t>str</a:t>
            </a:r>
            <a:r>
              <a:rPr lang="en-US" dirty="0" smtClean="0"/>
              <a:t> = "this is string example....wow!!!"; 			 sub = "</a:t>
            </a:r>
            <a:r>
              <a:rPr lang="en-US" dirty="0" err="1" smtClean="0"/>
              <a:t>i</a:t>
            </a:r>
            <a:r>
              <a:rPr lang="en-US" dirty="0" smtClean="0"/>
              <a:t>"; 								 print("</a:t>
            </a:r>
            <a:r>
              <a:rPr lang="en-US" dirty="0" err="1" smtClean="0"/>
              <a:t>str.count</a:t>
            </a:r>
            <a:r>
              <a:rPr lang="en-US" dirty="0" smtClean="0"/>
              <a:t>(sub, 4, 40) : “ + </a:t>
            </a:r>
            <a:r>
              <a:rPr lang="en-US" dirty="0" err="1" smtClean="0"/>
              <a:t>str.count</a:t>
            </a:r>
            <a:r>
              <a:rPr lang="en-US" dirty="0" smtClean="0"/>
              <a:t>(sub, 4, 40))	 sub = "wow"; 							 print("</a:t>
            </a:r>
            <a:r>
              <a:rPr lang="en-US" dirty="0" err="1" smtClean="0"/>
              <a:t>str.count</a:t>
            </a:r>
            <a:r>
              <a:rPr lang="en-US" dirty="0" smtClean="0"/>
              <a:t>(sub) : “ + </a:t>
            </a:r>
            <a:r>
              <a:rPr lang="en-US" dirty="0" err="1" smtClean="0"/>
              <a:t>str.count</a:t>
            </a:r>
            <a:r>
              <a:rPr lang="en-US" dirty="0" smtClean="0"/>
              <a:t>(sub))</a:t>
            </a:r>
          </a:p>
          <a:p>
            <a:r>
              <a:rPr lang="en-US" dirty="0" err="1" smtClean="0"/>
              <a:t>str.count</a:t>
            </a:r>
            <a:r>
              <a:rPr lang="en-US" dirty="0" smtClean="0"/>
              <a:t>(sub, 4, 40) : 2 			  		          </a:t>
            </a:r>
            <a:r>
              <a:rPr lang="en-US" dirty="0" err="1" smtClean="0"/>
              <a:t>str.count</a:t>
            </a:r>
            <a:r>
              <a:rPr lang="en-US" dirty="0" smtClean="0"/>
              <a:t>(sub) : 1</a:t>
            </a:r>
            <a:endParaRPr lang="en-US" dirty="0"/>
          </a:p>
        </p:txBody>
      </p:sp>
      <p:sp>
        <p:nvSpPr>
          <p:cNvPr id="4" name="Slide Number Placeholder 3"/>
          <p:cNvSpPr>
            <a:spLocks noGrp="1"/>
          </p:cNvSpPr>
          <p:nvPr>
            <p:ph type="sldNum" sz="quarter" idx="10"/>
          </p:nvPr>
        </p:nvSpPr>
        <p:spPr/>
        <p:txBody>
          <a:bodyPr/>
          <a:lstStyle/>
          <a:p>
            <a:fld id="{A23C1B03-0993-4B56-8AC7-1F376C495DCC}" type="slidenum">
              <a:rPr lang="en-US" smtClean="0"/>
              <a:pPr/>
              <a:t>25</a:t>
            </a:fld>
            <a:endParaRPr lang="en-US"/>
          </a:p>
        </p:txBody>
      </p:sp>
    </p:spTree>
    <p:extLst>
      <p:ext uri="{BB962C8B-B14F-4D97-AF65-F5344CB8AC3E}">
        <p14:creationId xmlns="" xmlns:p14="http://schemas.microsoft.com/office/powerpoint/2010/main" val="175728011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Built-in String Methods</a:t>
            </a:r>
            <a:endParaRPr lang="en-US" dirty="0"/>
          </a:p>
        </p:txBody>
      </p:sp>
      <p:sp>
        <p:nvSpPr>
          <p:cNvPr id="3" name="Content Placeholder 2"/>
          <p:cNvSpPr>
            <a:spLocks noGrp="1"/>
          </p:cNvSpPr>
          <p:nvPr>
            <p:ph idx="1"/>
          </p:nvPr>
        </p:nvSpPr>
        <p:spPr>
          <a:xfrm>
            <a:off x="457200" y="1371600"/>
            <a:ext cx="8574088" cy="5334000"/>
          </a:xfrm>
        </p:spPr>
        <p:txBody>
          <a:bodyPr/>
          <a:lstStyle/>
          <a:p>
            <a:r>
              <a:rPr lang="en-US" b="1" dirty="0" err="1" smtClean="0"/>
              <a:t>endswith</a:t>
            </a:r>
            <a:r>
              <a:rPr lang="en-US" b="1" dirty="0" smtClean="0"/>
              <a:t>(suffix, beg=0, end=</a:t>
            </a:r>
            <a:r>
              <a:rPr lang="en-US" b="1" dirty="0" err="1" smtClean="0"/>
              <a:t>len</a:t>
            </a:r>
            <a:r>
              <a:rPr lang="en-US" b="1" dirty="0" smtClean="0"/>
              <a:t>(string))</a:t>
            </a:r>
            <a:br>
              <a:rPr lang="en-US" b="1" dirty="0" smtClean="0"/>
            </a:br>
            <a:r>
              <a:rPr lang="en-US" dirty="0" smtClean="0"/>
              <a:t>Determines if string or a substring of string (if starting index beg and ending index end are given) ends with suffix; returns true if so and false otherwise.</a:t>
            </a:r>
          </a:p>
          <a:p>
            <a:r>
              <a:rPr lang="en-US" sz="2400" dirty="0" err="1" smtClean="0"/>
              <a:t>str</a:t>
            </a:r>
            <a:r>
              <a:rPr lang="en-US" sz="2400" dirty="0" smtClean="0"/>
              <a:t> = "this is string example....wow!!!"; 			 	 suffix = "wow!!!"; 						 print(</a:t>
            </a:r>
            <a:r>
              <a:rPr lang="en-US" sz="2400" dirty="0" err="1" smtClean="0"/>
              <a:t>str.endswith</a:t>
            </a:r>
            <a:r>
              <a:rPr lang="en-US" sz="2400" dirty="0" smtClean="0"/>
              <a:t>(suffix)) 					 print(</a:t>
            </a:r>
            <a:r>
              <a:rPr lang="en-US" sz="2400" dirty="0" err="1" smtClean="0"/>
              <a:t>str.endswith</a:t>
            </a:r>
            <a:r>
              <a:rPr lang="en-US" sz="2400" dirty="0" smtClean="0"/>
              <a:t>(suffix,20)) 					 suffix = "is"; 							 print(</a:t>
            </a:r>
            <a:r>
              <a:rPr lang="en-US" sz="2400" dirty="0" err="1" smtClean="0"/>
              <a:t>str.endswith</a:t>
            </a:r>
            <a:r>
              <a:rPr lang="en-US" sz="2400" dirty="0" smtClean="0"/>
              <a:t>(suffix, 2, 4)) 				 print(</a:t>
            </a:r>
            <a:r>
              <a:rPr lang="en-US" sz="2400" dirty="0" err="1" smtClean="0"/>
              <a:t>str.endswith</a:t>
            </a:r>
            <a:r>
              <a:rPr lang="en-US" sz="2400" dirty="0" smtClean="0"/>
              <a:t>(suffix, 2, 6))</a:t>
            </a:r>
          </a:p>
          <a:p>
            <a:r>
              <a:rPr lang="en-US" sz="2400" dirty="0" smtClean="0"/>
              <a:t>True </a:t>
            </a:r>
            <a:r>
              <a:rPr lang="en-US" sz="2400" dirty="0" err="1" smtClean="0"/>
              <a:t>True</a:t>
            </a:r>
            <a:r>
              <a:rPr lang="en-US" sz="2400" dirty="0" smtClean="0"/>
              <a:t> </a:t>
            </a:r>
            <a:r>
              <a:rPr lang="en-US" sz="2400" dirty="0" err="1" smtClean="0"/>
              <a:t>True</a:t>
            </a:r>
            <a:r>
              <a:rPr lang="en-US" sz="2400" smtClean="0"/>
              <a:t> False</a:t>
            </a:r>
            <a:endParaRPr lang="en-US" sz="2400" dirty="0"/>
          </a:p>
        </p:txBody>
      </p:sp>
      <p:sp>
        <p:nvSpPr>
          <p:cNvPr id="4" name="Slide Number Placeholder 3"/>
          <p:cNvSpPr>
            <a:spLocks noGrp="1"/>
          </p:cNvSpPr>
          <p:nvPr>
            <p:ph type="sldNum" sz="quarter" idx="10"/>
          </p:nvPr>
        </p:nvSpPr>
        <p:spPr/>
        <p:txBody>
          <a:bodyPr/>
          <a:lstStyle/>
          <a:p>
            <a:fld id="{A23C1B03-0993-4B56-8AC7-1F376C495DCC}" type="slidenum">
              <a:rPr lang="en-US" smtClean="0"/>
              <a:pPr/>
              <a:t>26</a:t>
            </a:fld>
            <a:endParaRPr lang="en-US"/>
          </a:p>
        </p:txBody>
      </p:sp>
    </p:spTree>
    <p:extLst>
      <p:ext uri="{BB962C8B-B14F-4D97-AF65-F5344CB8AC3E}">
        <p14:creationId xmlns="" xmlns:p14="http://schemas.microsoft.com/office/powerpoint/2010/main" val="322698568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Built-in String Methods</a:t>
            </a:r>
            <a:endParaRPr lang="en-US" dirty="0"/>
          </a:p>
        </p:txBody>
      </p:sp>
      <p:sp>
        <p:nvSpPr>
          <p:cNvPr id="3" name="Content Placeholder 2"/>
          <p:cNvSpPr>
            <a:spLocks noGrp="1"/>
          </p:cNvSpPr>
          <p:nvPr>
            <p:ph idx="1"/>
          </p:nvPr>
        </p:nvSpPr>
        <p:spPr>
          <a:xfrm>
            <a:off x="457200" y="1371600"/>
            <a:ext cx="8574088" cy="5334000"/>
          </a:xfrm>
        </p:spPr>
        <p:txBody>
          <a:bodyPr/>
          <a:lstStyle/>
          <a:p>
            <a:r>
              <a:rPr lang="en-US" b="1" dirty="0" smtClean="0"/>
              <a:t>find(</a:t>
            </a:r>
            <a:r>
              <a:rPr lang="en-US" b="1" dirty="0" err="1" smtClean="0"/>
              <a:t>str</a:t>
            </a:r>
            <a:r>
              <a:rPr lang="en-US" b="1" dirty="0" smtClean="0"/>
              <a:t>, beg=0 end=</a:t>
            </a:r>
            <a:r>
              <a:rPr lang="en-US" b="1" dirty="0" err="1" smtClean="0"/>
              <a:t>len</a:t>
            </a:r>
            <a:r>
              <a:rPr lang="en-US" b="1" dirty="0" smtClean="0"/>
              <a:t>(string))</a:t>
            </a:r>
          </a:p>
          <a:p>
            <a:r>
              <a:rPr lang="en-US" dirty="0" smtClean="0"/>
              <a:t>Determine if </a:t>
            </a:r>
            <a:r>
              <a:rPr lang="en-US" dirty="0" err="1" smtClean="0"/>
              <a:t>str</a:t>
            </a:r>
            <a:r>
              <a:rPr lang="en-US" dirty="0" smtClean="0"/>
              <a:t> occurs in string or in a substring of string if starting index beg and ending index end are given returns index if found and -1 otherwise.</a:t>
            </a:r>
          </a:p>
          <a:p>
            <a:r>
              <a:rPr lang="en-US" dirty="0" smtClean="0"/>
              <a:t>str1 = "this is string example....wow!!!"; 			 str2 = "exam"; 							 print(str1.find(str2)) 						 print(str1.find(str2, 10)) 					 print(str1.find(str2, 40))</a:t>
            </a:r>
          </a:p>
          <a:p>
            <a:r>
              <a:rPr lang="en-US" dirty="0" smtClean="0"/>
              <a:t>15 									 15 									 -1</a:t>
            </a:r>
            <a:endParaRPr lang="en-US" b="1" dirty="0"/>
          </a:p>
        </p:txBody>
      </p:sp>
      <p:sp>
        <p:nvSpPr>
          <p:cNvPr id="4" name="Slide Number Placeholder 3"/>
          <p:cNvSpPr>
            <a:spLocks noGrp="1"/>
          </p:cNvSpPr>
          <p:nvPr>
            <p:ph type="sldNum" sz="quarter" idx="10"/>
          </p:nvPr>
        </p:nvSpPr>
        <p:spPr/>
        <p:txBody>
          <a:bodyPr/>
          <a:lstStyle/>
          <a:p>
            <a:fld id="{A23C1B03-0993-4B56-8AC7-1F376C495DCC}" type="slidenum">
              <a:rPr lang="en-US" smtClean="0"/>
              <a:pPr/>
              <a:t>27</a:t>
            </a:fld>
            <a:endParaRPr lang="en-US"/>
          </a:p>
        </p:txBody>
      </p:sp>
    </p:spTree>
    <p:extLst>
      <p:ext uri="{BB962C8B-B14F-4D97-AF65-F5344CB8AC3E}">
        <p14:creationId xmlns="" xmlns:p14="http://schemas.microsoft.com/office/powerpoint/2010/main" val="381685149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Built-in String Methods</a:t>
            </a:r>
            <a:endParaRPr lang="en-US" dirty="0"/>
          </a:p>
        </p:txBody>
      </p:sp>
      <p:sp>
        <p:nvSpPr>
          <p:cNvPr id="3" name="Content Placeholder 2"/>
          <p:cNvSpPr>
            <a:spLocks noGrp="1"/>
          </p:cNvSpPr>
          <p:nvPr>
            <p:ph idx="1"/>
          </p:nvPr>
        </p:nvSpPr>
        <p:spPr>
          <a:xfrm>
            <a:off x="457200" y="1371600"/>
            <a:ext cx="8574088" cy="5486400"/>
          </a:xfrm>
        </p:spPr>
        <p:txBody>
          <a:bodyPr/>
          <a:lstStyle/>
          <a:p>
            <a:r>
              <a:rPr lang="en-US" b="1" dirty="0" smtClean="0"/>
              <a:t>index(</a:t>
            </a:r>
            <a:r>
              <a:rPr lang="en-US" b="1" dirty="0" err="1" smtClean="0"/>
              <a:t>str</a:t>
            </a:r>
            <a:r>
              <a:rPr lang="en-US" b="1" dirty="0" smtClean="0"/>
              <a:t>, beg=0, end=</a:t>
            </a:r>
            <a:r>
              <a:rPr lang="en-US" b="1" dirty="0" err="1" smtClean="0"/>
              <a:t>len</a:t>
            </a:r>
            <a:r>
              <a:rPr lang="en-US" b="1" dirty="0" smtClean="0"/>
              <a:t>(string))</a:t>
            </a:r>
          </a:p>
          <a:p>
            <a:r>
              <a:rPr lang="en-US" dirty="0" smtClean="0"/>
              <a:t>Same as find(), but raises an exception if </a:t>
            </a:r>
            <a:r>
              <a:rPr lang="en-US" dirty="0" err="1" smtClean="0"/>
              <a:t>str</a:t>
            </a:r>
            <a:r>
              <a:rPr lang="en-US" dirty="0" smtClean="0"/>
              <a:t> not found.</a:t>
            </a:r>
          </a:p>
          <a:p>
            <a:r>
              <a:rPr lang="en-US" dirty="0" smtClean="0"/>
              <a:t>str1 = "this is string example....wow!!!"; 			 str2 = "exam"; 							 print(str1.index(str2)) 						 print(str1.index(str2, 10)) 					 print(str1.index(str2, 40))</a:t>
            </a:r>
          </a:p>
          <a:p>
            <a:r>
              <a:rPr lang="en-US" dirty="0" smtClean="0"/>
              <a:t>15 15 							 </a:t>
            </a:r>
            <a:r>
              <a:rPr lang="en-US" dirty="0" err="1" smtClean="0"/>
              <a:t>Traceback</a:t>
            </a:r>
            <a:r>
              <a:rPr lang="en-US" dirty="0" smtClean="0"/>
              <a:t> (most recent call last): 				    	File "test.py", line 8, in 					print str1.index(str2, 40); 			 </a:t>
            </a:r>
            <a:r>
              <a:rPr lang="en-US" dirty="0" err="1" smtClean="0"/>
              <a:t>ValueError</a:t>
            </a:r>
            <a:r>
              <a:rPr lang="en-US" dirty="0" smtClean="0"/>
              <a:t>: substring not found</a:t>
            </a:r>
          </a:p>
          <a:p>
            <a:endParaRPr lang="en-US" dirty="0"/>
          </a:p>
        </p:txBody>
      </p:sp>
      <p:sp>
        <p:nvSpPr>
          <p:cNvPr id="4" name="Slide Number Placeholder 3"/>
          <p:cNvSpPr>
            <a:spLocks noGrp="1"/>
          </p:cNvSpPr>
          <p:nvPr>
            <p:ph type="sldNum" sz="quarter" idx="10"/>
          </p:nvPr>
        </p:nvSpPr>
        <p:spPr/>
        <p:txBody>
          <a:bodyPr/>
          <a:lstStyle/>
          <a:p>
            <a:fld id="{A23C1B03-0993-4B56-8AC7-1F376C495DCC}" type="slidenum">
              <a:rPr lang="en-US" smtClean="0"/>
              <a:pPr/>
              <a:t>28</a:t>
            </a:fld>
            <a:endParaRPr lang="en-US"/>
          </a:p>
        </p:txBody>
      </p:sp>
    </p:spTree>
    <p:extLst>
      <p:ext uri="{BB962C8B-B14F-4D97-AF65-F5344CB8AC3E}">
        <p14:creationId xmlns="" xmlns:p14="http://schemas.microsoft.com/office/powerpoint/2010/main" val="166349364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Built-in String Methods</a:t>
            </a:r>
            <a:endParaRPr lang="en-US" dirty="0"/>
          </a:p>
        </p:txBody>
      </p:sp>
      <p:sp>
        <p:nvSpPr>
          <p:cNvPr id="3" name="Content Placeholder 2"/>
          <p:cNvSpPr>
            <a:spLocks noGrp="1"/>
          </p:cNvSpPr>
          <p:nvPr>
            <p:ph idx="1"/>
          </p:nvPr>
        </p:nvSpPr>
        <p:spPr/>
        <p:txBody>
          <a:bodyPr/>
          <a:lstStyle/>
          <a:p>
            <a:r>
              <a:rPr lang="en-US" b="1" dirty="0" err="1" smtClean="0"/>
              <a:t>isalnum</a:t>
            </a:r>
            <a:r>
              <a:rPr lang="en-US" b="1" dirty="0" smtClean="0"/>
              <a:t>()</a:t>
            </a:r>
          </a:p>
          <a:p>
            <a:r>
              <a:rPr lang="en-US" dirty="0" smtClean="0"/>
              <a:t>Returns true if string has at least 1 character and all characters are alphanumeric and false otherwise.</a:t>
            </a:r>
          </a:p>
          <a:p>
            <a:r>
              <a:rPr lang="en-US" dirty="0" err="1" smtClean="0"/>
              <a:t>str</a:t>
            </a:r>
            <a:r>
              <a:rPr lang="en-US" dirty="0" smtClean="0"/>
              <a:t> = "this2009"; # No space in this string 			 print(</a:t>
            </a:r>
            <a:r>
              <a:rPr lang="en-US" dirty="0" err="1" smtClean="0"/>
              <a:t>str.isalnum</a:t>
            </a:r>
            <a:r>
              <a:rPr lang="en-US" dirty="0" smtClean="0"/>
              <a:t>())						 </a:t>
            </a:r>
            <a:r>
              <a:rPr lang="en-US" dirty="0" err="1" smtClean="0"/>
              <a:t>str</a:t>
            </a:r>
            <a:r>
              <a:rPr lang="en-US" dirty="0" smtClean="0"/>
              <a:t> = "this is string example....wow!!!"; 			 print(</a:t>
            </a:r>
            <a:r>
              <a:rPr lang="en-US" dirty="0" err="1" smtClean="0"/>
              <a:t>str.isalnum</a:t>
            </a:r>
            <a:r>
              <a:rPr lang="en-US" dirty="0" smtClean="0"/>
              <a:t>())</a:t>
            </a:r>
          </a:p>
          <a:p>
            <a:r>
              <a:rPr lang="en-US" dirty="0" smtClean="0"/>
              <a:t>True 								 False</a:t>
            </a:r>
            <a:endParaRPr lang="en-US" dirty="0"/>
          </a:p>
        </p:txBody>
      </p:sp>
      <p:sp>
        <p:nvSpPr>
          <p:cNvPr id="4" name="Slide Number Placeholder 3"/>
          <p:cNvSpPr>
            <a:spLocks noGrp="1"/>
          </p:cNvSpPr>
          <p:nvPr>
            <p:ph type="sldNum" sz="quarter" idx="10"/>
          </p:nvPr>
        </p:nvSpPr>
        <p:spPr/>
        <p:txBody>
          <a:bodyPr/>
          <a:lstStyle/>
          <a:p>
            <a:fld id="{A23C1B03-0993-4B56-8AC7-1F376C495DCC}" type="slidenum">
              <a:rPr lang="en-US" smtClean="0"/>
              <a:pPr/>
              <a:t>29</a:t>
            </a:fld>
            <a:endParaRPr lang="en-US"/>
          </a:p>
        </p:txBody>
      </p:sp>
    </p:spTree>
    <p:extLst>
      <p:ext uri="{BB962C8B-B14F-4D97-AF65-F5344CB8AC3E}">
        <p14:creationId xmlns="" xmlns:p14="http://schemas.microsoft.com/office/powerpoint/2010/main" val="116314236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Built-in String Methods</a:t>
            </a:r>
            <a:endParaRPr lang="en-US" dirty="0"/>
          </a:p>
        </p:txBody>
      </p:sp>
      <p:sp>
        <p:nvSpPr>
          <p:cNvPr id="3" name="Content Placeholder 2"/>
          <p:cNvSpPr>
            <a:spLocks noGrp="1"/>
          </p:cNvSpPr>
          <p:nvPr>
            <p:ph idx="1"/>
          </p:nvPr>
        </p:nvSpPr>
        <p:spPr/>
        <p:txBody>
          <a:bodyPr/>
          <a:lstStyle/>
          <a:p>
            <a:r>
              <a:rPr lang="en-US" b="1" dirty="0" err="1" smtClean="0"/>
              <a:t>isalpha</a:t>
            </a:r>
            <a:r>
              <a:rPr lang="en-US" b="1" dirty="0" smtClean="0"/>
              <a:t>()</a:t>
            </a:r>
          </a:p>
          <a:p>
            <a:r>
              <a:rPr lang="en-US" dirty="0" smtClean="0"/>
              <a:t>Returns true if string has at least 1 character and all characters are alphabetic and false otherwise.</a:t>
            </a:r>
          </a:p>
          <a:p>
            <a:r>
              <a:rPr lang="en-US" dirty="0" err="1" smtClean="0"/>
              <a:t>str</a:t>
            </a:r>
            <a:r>
              <a:rPr lang="en-US" dirty="0" smtClean="0"/>
              <a:t> = "this"; # No space &amp; digit in this string 		 print(</a:t>
            </a:r>
            <a:r>
              <a:rPr lang="en-US" dirty="0" err="1" smtClean="0"/>
              <a:t>str.isalpha</a:t>
            </a:r>
            <a:r>
              <a:rPr lang="en-US" dirty="0" smtClean="0"/>
              <a:t>()) 					         </a:t>
            </a:r>
            <a:r>
              <a:rPr lang="en-US" dirty="0" err="1" smtClean="0"/>
              <a:t>str</a:t>
            </a:r>
            <a:r>
              <a:rPr lang="en-US" dirty="0" smtClean="0"/>
              <a:t> = "this is string example....wow!!!"; 			 print(</a:t>
            </a:r>
            <a:r>
              <a:rPr lang="en-US" dirty="0" err="1" smtClean="0"/>
              <a:t>str.isalpha</a:t>
            </a:r>
            <a:r>
              <a:rPr lang="en-US" dirty="0" smtClean="0"/>
              <a:t>())</a:t>
            </a:r>
          </a:p>
          <a:p>
            <a:r>
              <a:rPr lang="en-US" dirty="0" smtClean="0"/>
              <a:t>True 								 False</a:t>
            </a:r>
            <a:endParaRPr lang="en-US" dirty="0"/>
          </a:p>
        </p:txBody>
      </p:sp>
      <p:sp>
        <p:nvSpPr>
          <p:cNvPr id="4" name="Slide Number Placeholder 3"/>
          <p:cNvSpPr>
            <a:spLocks noGrp="1"/>
          </p:cNvSpPr>
          <p:nvPr>
            <p:ph type="sldNum" sz="quarter" idx="10"/>
          </p:nvPr>
        </p:nvSpPr>
        <p:spPr/>
        <p:txBody>
          <a:bodyPr/>
          <a:lstStyle/>
          <a:p>
            <a:fld id="{A23C1B03-0993-4B56-8AC7-1F376C495DCC}" type="slidenum">
              <a:rPr lang="en-US" smtClean="0"/>
              <a:pPr/>
              <a:t>30</a:t>
            </a:fld>
            <a:endParaRPr lang="en-US"/>
          </a:p>
        </p:txBody>
      </p:sp>
    </p:spTree>
    <p:extLst>
      <p:ext uri="{BB962C8B-B14F-4D97-AF65-F5344CB8AC3E}">
        <p14:creationId xmlns="" xmlns:p14="http://schemas.microsoft.com/office/powerpoint/2010/main" val="124306836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Built-in String Methods</a:t>
            </a:r>
            <a:endParaRPr lang="en-US" dirty="0"/>
          </a:p>
        </p:txBody>
      </p:sp>
      <p:sp>
        <p:nvSpPr>
          <p:cNvPr id="3" name="Content Placeholder 2"/>
          <p:cNvSpPr>
            <a:spLocks noGrp="1"/>
          </p:cNvSpPr>
          <p:nvPr>
            <p:ph idx="1"/>
          </p:nvPr>
        </p:nvSpPr>
        <p:spPr>
          <a:xfrm>
            <a:off x="457200" y="1371600"/>
            <a:ext cx="8574088" cy="5486400"/>
          </a:xfrm>
        </p:spPr>
        <p:txBody>
          <a:bodyPr/>
          <a:lstStyle/>
          <a:p>
            <a:r>
              <a:rPr lang="en-US" b="1" dirty="0" err="1" smtClean="0"/>
              <a:t>isdigit</a:t>
            </a:r>
            <a:r>
              <a:rPr lang="en-US" b="1" dirty="0" smtClean="0"/>
              <a:t>()</a:t>
            </a:r>
          </a:p>
          <a:p>
            <a:r>
              <a:rPr lang="en-US" sz="2000" dirty="0" smtClean="0"/>
              <a:t>Returns true if string contains only digits and false otherwise.</a:t>
            </a:r>
          </a:p>
          <a:p>
            <a:r>
              <a:rPr lang="en-US" sz="2000" dirty="0" err="1" smtClean="0"/>
              <a:t>str</a:t>
            </a:r>
            <a:r>
              <a:rPr lang="en-US" sz="2000" dirty="0" smtClean="0"/>
              <a:t> = "123456"; # Only digit in this string 			 print(</a:t>
            </a:r>
            <a:r>
              <a:rPr lang="en-US" sz="2000" dirty="0" err="1" smtClean="0"/>
              <a:t>str.isdigit</a:t>
            </a:r>
            <a:r>
              <a:rPr lang="en-US" sz="2000" dirty="0" smtClean="0"/>
              <a:t>()) 						 	 </a:t>
            </a:r>
            <a:r>
              <a:rPr lang="en-US" sz="2000" dirty="0" err="1" smtClean="0"/>
              <a:t>str</a:t>
            </a:r>
            <a:r>
              <a:rPr lang="en-US" sz="2000" dirty="0" smtClean="0"/>
              <a:t> = "this is string example....wow!!!"; 			 	 print(</a:t>
            </a:r>
            <a:r>
              <a:rPr lang="en-US" sz="2000" dirty="0" err="1" smtClean="0"/>
              <a:t>str.isdigit</a:t>
            </a:r>
            <a:r>
              <a:rPr lang="en-US" sz="2000" dirty="0" smtClean="0"/>
              <a:t>())</a:t>
            </a:r>
          </a:p>
          <a:p>
            <a:r>
              <a:rPr lang="en-US" sz="2000" dirty="0" smtClean="0"/>
              <a:t>True False</a:t>
            </a:r>
          </a:p>
          <a:p>
            <a:r>
              <a:rPr lang="en-US" sz="2400" b="1" dirty="0" err="1" smtClean="0"/>
              <a:t>islower</a:t>
            </a:r>
            <a:r>
              <a:rPr lang="en-US" sz="2400" b="1" dirty="0" smtClean="0"/>
              <a:t>()</a:t>
            </a:r>
          </a:p>
          <a:p>
            <a:r>
              <a:rPr lang="en-US" sz="2000" dirty="0" smtClean="0"/>
              <a:t>Returns true if string has at least 1 cased character and all cased characters are in lowercase and false otherwise.</a:t>
            </a:r>
          </a:p>
          <a:p>
            <a:r>
              <a:rPr lang="en-US" sz="2000" dirty="0" err="1" smtClean="0"/>
              <a:t>str</a:t>
            </a:r>
            <a:r>
              <a:rPr lang="en-US" sz="2000" dirty="0" smtClean="0"/>
              <a:t> = "THIS is string example....wow!!!"; 				 	 print(</a:t>
            </a:r>
            <a:r>
              <a:rPr lang="en-US" sz="2000" dirty="0" err="1" smtClean="0"/>
              <a:t>str.islower</a:t>
            </a:r>
            <a:r>
              <a:rPr lang="en-US" sz="2000" dirty="0" smtClean="0"/>
              <a:t>()) 							 </a:t>
            </a:r>
            <a:r>
              <a:rPr lang="en-US" sz="2000" dirty="0" err="1" smtClean="0"/>
              <a:t>str</a:t>
            </a:r>
            <a:r>
              <a:rPr lang="en-US" sz="2000" dirty="0" smtClean="0"/>
              <a:t> = "this is string example....wow!!!"; 				 	 print(</a:t>
            </a:r>
            <a:r>
              <a:rPr lang="en-US" sz="2000" dirty="0" err="1" smtClean="0"/>
              <a:t>str.islower</a:t>
            </a:r>
            <a:r>
              <a:rPr lang="en-US" sz="2000" dirty="0" smtClean="0"/>
              <a:t>())</a:t>
            </a:r>
          </a:p>
          <a:p>
            <a:r>
              <a:rPr lang="en-US" sz="2000" dirty="0" smtClean="0"/>
              <a:t>False True</a:t>
            </a:r>
          </a:p>
          <a:p>
            <a:endParaRPr lang="en-US" sz="2400" dirty="0"/>
          </a:p>
        </p:txBody>
      </p:sp>
      <p:sp>
        <p:nvSpPr>
          <p:cNvPr id="4" name="Slide Number Placeholder 3"/>
          <p:cNvSpPr>
            <a:spLocks noGrp="1"/>
          </p:cNvSpPr>
          <p:nvPr>
            <p:ph type="sldNum" sz="quarter" idx="10"/>
          </p:nvPr>
        </p:nvSpPr>
        <p:spPr/>
        <p:txBody>
          <a:bodyPr/>
          <a:lstStyle/>
          <a:p>
            <a:fld id="{A23C1B03-0993-4B56-8AC7-1F376C495DCC}" type="slidenum">
              <a:rPr lang="en-US" smtClean="0"/>
              <a:pPr/>
              <a:t>31</a:t>
            </a:fld>
            <a:endParaRPr lang="en-US"/>
          </a:p>
        </p:txBody>
      </p:sp>
    </p:spTree>
    <p:extLst>
      <p:ext uri="{BB962C8B-B14F-4D97-AF65-F5344CB8AC3E}">
        <p14:creationId xmlns="" xmlns:p14="http://schemas.microsoft.com/office/powerpoint/2010/main" val="300296604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Built-in String Methods</a:t>
            </a:r>
            <a:endParaRPr lang="en-US" dirty="0"/>
          </a:p>
        </p:txBody>
      </p:sp>
      <p:sp>
        <p:nvSpPr>
          <p:cNvPr id="3" name="Content Placeholder 2"/>
          <p:cNvSpPr>
            <a:spLocks noGrp="1"/>
          </p:cNvSpPr>
          <p:nvPr>
            <p:ph idx="1"/>
          </p:nvPr>
        </p:nvSpPr>
        <p:spPr>
          <a:xfrm>
            <a:off x="457200" y="1371600"/>
            <a:ext cx="8574088" cy="5486400"/>
          </a:xfrm>
        </p:spPr>
        <p:txBody>
          <a:bodyPr/>
          <a:lstStyle/>
          <a:p>
            <a:r>
              <a:rPr lang="en-US" b="1" dirty="0" err="1" smtClean="0"/>
              <a:t>isspace</a:t>
            </a:r>
            <a:r>
              <a:rPr lang="en-US" b="1" dirty="0" smtClean="0"/>
              <a:t>()</a:t>
            </a:r>
          </a:p>
          <a:p>
            <a:r>
              <a:rPr lang="en-US" sz="2000" dirty="0" smtClean="0"/>
              <a:t>Returns true if string contains only whitespace characters and false otherwise.</a:t>
            </a:r>
          </a:p>
          <a:p>
            <a:r>
              <a:rPr lang="en-US" sz="2000" dirty="0" err="1" smtClean="0"/>
              <a:t>str</a:t>
            </a:r>
            <a:r>
              <a:rPr lang="en-US" sz="2000" dirty="0" smtClean="0"/>
              <a:t> = "    "; 								 print(</a:t>
            </a:r>
            <a:r>
              <a:rPr lang="en-US" sz="2000" dirty="0" err="1" smtClean="0"/>
              <a:t>str.isspace</a:t>
            </a:r>
            <a:r>
              <a:rPr lang="en-US" sz="2000" dirty="0" smtClean="0"/>
              <a:t>()) 						 	 </a:t>
            </a:r>
            <a:r>
              <a:rPr lang="en-US" sz="2000" dirty="0" err="1" smtClean="0"/>
              <a:t>str</a:t>
            </a:r>
            <a:r>
              <a:rPr lang="en-US" sz="2000" dirty="0" smtClean="0"/>
              <a:t> = "This is string example....wow!!!"; 			 	 print(</a:t>
            </a:r>
            <a:r>
              <a:rPr lang="en-US" sz="2000" dirty="0" err="1" smtClean="0"/>
              <a:t>str.isspace</a:t>
            </a:r>
            <a:r>
              <a:rPr lang="en-US" sz="2000" dirty="0" smtClean="0"/>
              <a:t>())</a:t>
            </a:r>
          </a:p>
          <a:p>
            <a:r>
              <a:rPr lang="en-US" sz="2000" dirty="0" smtClean="0"/>
              <a:t>True False</a:t>
            </a:r>
          </a:p>
          <a:p>
            <a:r>
              <a:rPr lang="en-US" sz="2400" b="1" dirty="0" err="1" smtClean="0"/>
              <a:t>istitle</a:t>
            </a:r>
            <a:r>
              <a:rPr lang="en-US" sz="2400" b="1" dirty="0" smtClean="0"/>
              <a:t>()</a:t>
            </a:r>
          </a:p>
          <a:p>
            <a:r>
              <a:rPr lang="en-US" sz="2000" dirty="0" smtClean="0"/>
              <a:t>Returns true if string is properly "</a:t>
            </a:r>
            <a:r>
              <a:rPr lang="en-US" sz="2000" dirty="0" err="1" smtClean="0"/>
              <a:t>titlecased</a:t>
            </a:r>
            <a:r>
              <a:rPr lang="en-US" sz="2000" dirty="0" smtClean="0"/>
              <a:t>" and false otherwise.</a:t>
            </a:r>
          </a:p>
          <a:p>
            <a:r>
              <a:rPr lang="en-US" sz="2000" dirty="0" err="1" smtClean="0"/>
              <a:t>str</a:t>
            </a:r>
            <a:r>
              <a:rPr lang="en-US" sz="2000" dirty="0" smtClean="0"/>
              <a:t> = "This Is String Example...Wow!!!"; 					 print(</a:t>
            </a:r>
            <a:r>
              <a:rPr lang="en-US" sz="2000" dirty="0" err="1" smtClean="0"/>
              <a:t>str.istitle</a:t>
            </a:r>
            <a:r>
              <a:rPr lang="en-US" sz="2000" dirty="0" smtClean="0"/>
              <a:t>()) 							 </a:t>
            </a:r>
            <a:r>
              <a:rPr lang="en-US" sz="2000" dirty="0" err="1" smtClean="0"/>
              <a:t>str</a:t>
            </a:r>
            <a:r>
              <a:rPr lang="en-US" sz="2000" dirty="0" smtClean="0"/>
              <a:t> = "This is string example....wow!!!"; 					 print(</a:t>
            </a:r>
            <a:r>
              <a:rPr lang="en-US" sz="2000" dirty="0" err="1" smtClean="0"/>
              <a:t>str.istitle</a:t>
            </a:r>
            <a:r>
              <a:rPr lang="en-US" sz="2000" dirty="0" smtClean="0"/>
              <a:t>())</a:t>
            </a:r>
          </a:p>
          <a:p>
            <a:r>
              <a:rPr lang="en-US" sz="2000" dirty="0" smtClean="0"/>
              <a:t>True False</a:t>
            </a:r>
          </a:p>
          <a:p>
            <a:endParaRPr lang="en-US" sz="2400" dirty="0"/>
          </a:p>
        </p:txBody>
      </p:sp>
      <p:sp>
        <p:nvSpPr>
          <p:cNvPr id="4" name="Slide Number Placeholder 3"/>
          <p:cNvSpPr>
            <a:spLocks noGrp="1"/>
          </p:cNvSpPr>
          <p:nvPr>
            <p:ph type="sldNum" sz="quarter" idx="10"/>
          </p:nvPr>
        </p:nvSpPr>
        <p:spPr/>
        <p:txBody>
          <a:bodyPr/>
          <a:lstStyle/>
          <a:p>
            <a:fld id="{A23C1B03-0993-4B56-8AC7-1F376C495DCC}" type="slidenum">
              <a:rPr lang="en-US" smtClean="0"/>
              <a:pPr/>
              <a:t>32</a:t>
            </a:fld>
            <a:endParaRPr lang="en-US"/>
          </a:p>
        </p:txBody>
      </p:sp>
    </p:spTree>
    <p:extLst>
      <p:ext uri="{BB962C8B-B14F-4D97-AF65-F5344CB8AC3E}">
        <p14:creationId xmlns="" xmlns:p14="http://schemas.microsoft.com/office/powerpoint/2010/main" val="176812878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Built-in String Methods</a:t>
            </a:r>
            <a:endParaRPr lang="en-US" dirty="0"/>
          </a:p>
        </p:txBody>
      </p:sp>
      <p:sp>
        <p:nvSpPr>
          <p:cNvPr id="3" name="Content Placeholder 2"/>
          <p:cNvSpPr>
            <a:spLocks noGrp="1"/>
          </p:cNvSpPr>
          <p:nvPr>
            <p:ph idx="1"/>
          </p:nvPr>
        </p:nvSpPr>
        <p:spPr>
          <a:xfrm>
            <a:off x="457200" y="1371600"/>
            <a:ext cx="8574088" cy="5486400"/>
          </a:xfrm>
        </p:spPr>
        <p:txBody>
          <a:bodyPr/>
          <a:lstStyle/>
          <a:p>
            <a:r>
              <a:rPr lang="en-US" b="1" dirty="0" err="1" smtClean="0"/>
              <a:t>isupper</a:t>
            </a:r>
            <a:r>
              <a:rPr lang="en-US" b="1" dirty="0" smtClean="0"/>
              <a:t>()</a:t>
            </a:r>
          </a:p>
          <a:p>
            <a:r>
              <a:rPr lang="en-US" sz="2000" dirty="0" smtClean="0"/>
              <a:t>Returns true if string has at least one cased character and all cased characters are in uppercase and false otherwise.</a:t>
            </a:r>
          </a:p>
          <a:p>
            <a:r>
              <a:rPr lang="en-US" sz="2000" dirty="0" err="1" smtClean="0"/>
              <a:t>str</a:t>
            </a:r>
            <a:r>
              <a:rPr lang="en-US" sz="2000" dirty="0" smtClean="0"/>
              <a:t> = "THIS IS STRING EXAMPLE....WOW!!!"; 	 		 print(</a:t>
            </a:r>
            <a:r>
              <a:rPr lang="en-US" sz="2000" dirty="0" err="1" smtClean="0"/>
              <a:t>str.isupper</a:t>
            </a:r>
            <a:r>
              <a:rPr lang="en-US" sz="2000" dirty="0" smtClean="0"/>
              <a:t>()) 							 </a:t>
            </a:r>
            <a:r>
              <a:rPr lang="en-US" sz="2000" dirty="0" err="1" smtClean="0"/>
              <a:t>str</a:t>
            </a:r>
            <a:r>
              <a:rPr lang="en-US" sz="2000" dirty="0" smtClean="0"/>
              <a:t> = "THIS is string example....wow!!!"; 				 print(</a:t>
            </a:r>
            <a:r>
              <a:rPr lang="en-US" sz="2000" dirty="0" err="1" smtClean="0"/>
              <a:t>str.isupper</a:t>
            </a:r>
            <a:r>
              <a:rPr lang="en-US" sz="2000" dirty="0" smtClean="0"/>
              <a:t>())</a:t>
            </a:r>
          </a:p>
          <a:p>
            <a:r>
              <a:rPr lang="en-US" sz="2000" dirty="0" smtClean="0"/>
              <a:t>True False</a:t>
            </a:r>
          </a:p>
          <a:p>
            <a:r>
              <a:rPr lang="en-US" sz="2400" b="1" dirty="0" smtClean="0"/>
              <a:t>join(</a:t>
            </a:r>
            <a:r>
              <a:rPr lang="en-US" sz="2400" b="1" dirty="0" err="1" smtClean="0"/>
              <a:t>seq</a:t>
            </a:r>
            <a:r>
              <a:rPr lang="en-US" sz="2400" b="1" dirty="0" smtClean="0"/>
              <a:t>)</a:t>
            </a:r>
          </a:p>
          <a:p>
            <a:r>
              <a:rPr lang="en-US" sz="2000" dirty="0" smtClean="0"/>
              <a:t>Merges (concatenates) the string representations of elements in sequence </a:t>
            </a:r>
            <a:r>
              <a:rPr lang="en-US" sz="2000" dirty="0" err="1" smtClean="0"/>
              <a:t>seq</a:t>
            </a:r>
            <a:r>
              <a:rPr lang="en-US" sz="2000" dirty="0" smtClean="0"/>
              <a:t> into a string, with separator string.</a:t>
            </a:r>
          </a:p>
          <a:p>
            <a:r>
              <a:rPr lang="en-US" sz="2000" dirty="0" smtClean="0"/>
              <a:t>s = "-"; 								 </a:t>
            </a:r>
            <a:r>
              <a:rPr lang="en-US" sz="2000" dirty="0" err="1" smtClean="0"/>
              <a:t>seq</a:t>
            </a:r>
            <a:r>
              <a:rPr lang="en-US" sz="2000" dirty="0" smtClean="0"/>
              <a:t> = ("a", "b", "c"); # This is sequence of strings. 				 print(</a:t>
            </a:r>
            <a:r>
              <a:rPr lang="en-US" sz="2000" dirty="0" err="1" smtClean="0"/>
              <a:t>s.join</a:t>
            </a:r>
            <a:r>
              <a:rPr lang="en-US" sz="2000" dirty="0" smtClean="0"/>
              <a:t>( </a:t>
            </a:r>
            <a:r>
              <a:rPr lang="en-US" sz="2000" dirty="0" err="1" smtClean="0"/>
              <a:t>seq</a:t>
            </a:r>
            <a:r>
              <a:rPr lang="en-US" sz="2000" dirty="0" smtClean="0"/>
              <a:t> ))</a:t>
            </a:r>
          </a:p>
          <a:p>
            <a:r>
              <a:rPr lang="en-US" sz="2000" dirty="0" smtClean="0"/>
              <a:t>a-b-c</a:t>
            </a:r>
            <a:endParaRPr lang="en-US" sz="2000" dirty="0"/>
          </a:p>
        </p:txBody>
      </p:sp>
      <p:sp>
        <p:nvSpPr>
          <p:cNvPr id="4" name="Slide Number Placeholder 3"/>
          <p:cNvSpPr>
            <a:spLocks noGrp="1"/>
          </p:cNvSpPr>
          <p:nvPr>
            <p:ph type="sldNum" sz="quarter" idx="10"/>
          </p:nvPr>
        </p:nvSpPr>
        <p:spPr/>
        <p:txBody>
          <a:bodyPr/>
          <a:lstStyle/>
          <a:p>
            <a:fld id="{A23C1B03-0993-4B56-8AC7-1F376C495DCC}" type="slidenum">
              <a:rPr lang="en-US" smtClean="0"/>
              <a:pPr/>
              <a:t>33</a:t>
            </a:fld>
            <a:endParaRPr lang="en-US"/>
          </a:p>
        </p:txBody>
      </p:sp>
    </p:spTree>
    <p:extLst>
      <p:ext uri="{BB962C8B-B14F-4D97-AF65-F5344CB8AC3E}">
        <p14:creationId xmlns="" xmlns:p14="http://schemas.microsoft.com/office/powerpoint/2010/main" val="237381062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Built-in String Methods</a:t>
            </a:r>
            <a:endParaRPr lang="en-US" dirty="0"/>
          </a:p>
        </p:txBody>
      </p:sp>
      <p:sp>
        <p:nvSpPr>
          <p:cNvPr id="3" name="Content Placeholder 2"/>
          <p:cNvSpPr>
            <a:spLocks noGrp="1"/>
          </p:cNvSpPr>
          <p:nvPr>
            <p:ph idx="1"/>
          </p:nvPr>
        </p:nvSpPr>
        <p:spPr/>
        <p:txBody>
          <a:bodyPr/>
          <a:lstStyle/>
          <a:p>
            <a:r>
              <a:rPr lang="en-US" sz="3200" b="1" dirty="0" err="1" smtClean="0"/>
              <a:t>len</a:t>
            </a:r>
            <a:r>
              <a:rPr lang="en-US" sz="3200" b="1" dirty="0" smtClean="0"/>
              <a:t>(string)</a:t>
            </a:r>
          </a:p>
          <a:p>
            <a:r>
              <a:rPr lang="en-US" sz="2400" dirty="0" smtClean="0"/>
              <a:t>Returns the length of the string</a:t>
            </a:r>
          </a:p>
          <a:p>
            <a:r>
              <a:rPr lang="en-US" sz="2400" dirty="0" err="1" smtClean="0"/>
              <a:t>str</a:t>
            </a:r>
            <a:r>
              <a:rPr lang="en-US" sz="2400" dirty="0" smtClean="0"/>
              <a:t> = "this is string example....wow!!!"; 		</a:t>
            </a:r>
            <a:r>
              <a:rPr lang="en-US" sz="2400" dirty="0"/>
              <a:t>	</a:t>
            </a:r>
            <a:r>
              <a:rPr lang="en-US" sz="2400" dirty="0" smtClean="0"/>
              <a:t> print("Length of the string: “ + </a:t>
            </a:r>
            <a:r>
              <a:rPr lang="en-US" sz="2400" dirty="0" err="1" smtClean="0"/>
              <a:t>len</a:t>
            </a:r>
            <a:r>
              <a:rPr lang="en-US" sz="2400" dirty="0" smtClean="0"/>
              <a:t>(</a:t>
            </a:r>
            <a:r>
              <a:rPr lang="en-US" sz="2400" dirty="0" err="1" smtClean="0"/>
              <a:t>str</a:t>
            </a:r>
            <a:r>
              <a:rPr lang="en-US" sz="2400" dirty="0" smtClean="0"/>
              <a:t>))</a:t>
            </a:r>
          </a:p>
          <a:p>
            <a:r>
              <a:rPr lang="en-US" sz="2400" dirty="0" smtClean="0"/>
              <a:t>Length of the string: 32</a:t>
            </a:r>
          </a:p>
          <a:p>
            <a:r>
              <a:rPr lang="en-US" b="1" dirty="0" err="1" smtClean="0"/>
              <a:t>ljust</a:t>
            </a:r>
            <a:r>
              <a:rPr lang="en-US" b="1" dirty="0" smtClean="0"/>
              <a:t>(width[, </a:t>
            </a:r>
            <a:r>
              <a:rPr lang="en-US" b="1" dirty="0" err="1" smtClean="0"/>
              <a:t>fillchar</a:t>
            </a:r>
            <a:r>
              <a:rPr lang="en-US" b="1" dirty="0" smtClean="0"/>
              <a:t>])</a:t>
            </a:r>
          </a:p>
          <a:p>
            <a:r>
              <a:rPr lang="en-US" sz="2400" dirty="0" smtClean="0"/>
              <a:t>Returns a space-padded string with the original string left-justified to a total of width columns.</a:t>
            </a:r>
          </a:p>
          <a:p>
            <a:r>
              <a:rPr lang="en-US" sz="2400" dirty="0" err="1" smtClean="0"/>
              <a:t>str</a:t>
            </a:r>
            <a:r>
              <a:rPr lang="en-US" sz="2400" dirty="0" smtClean="0"/>
              <a:t> = "this is string example....wow!!!"; 			 print(</a:t>
            </a:r>
            <a:r>
              <a:rPr lang="en-US" sz="2400" dirty="0" err="1" smtClean="0"/>
              <a:t>str.ljust</a:t>
            </a:r>
            <a:r>
              <a:rPr lang="en-US" sz="2400" dirty="0" smtClean="0"/>
              <a:t>(50, '0'))</a:t>
            </a:r>
          </a:p>
          <a:p>
            <a:r>
              <a:rPr lang="en-US" sz="2400" dirty="0" smtClean="0"/>
              <a:t>this is string example....wow!!!000000000000000000</a:t>
            </a:r>
            <a:endParaRPr lang="en-US" sz="2400" dirty="0"/>
          </a:p>
        </p:txBody>
      </p:sp>
      <p:sp>
        <p:nvSpPr>
          <p:cNvPr id="4" name="Slide Number Placeholder 3"/>
          <p:cNvSpPr>
            <a:spLocks noGrp="1"/>
          </p:cNvSpPr>
          <p:nvPr>
            <p:ph type="sldNum" sz="quarter" idx="10"/>
          </p:nvPr>
        </p:nvSpPr>
        <p:spPr/>
        <p:txBody>
          <a:bodyPr/>
          <a:lstStyle/>
          <a:p>
            <a:fld id="{A23C1B03-0993-4B56-8AC7-1F376C495DCC}" type="slidenum">
              <a:rPr lang="en-US" smtClean="0"/>
              <a:pPr/>
              <a:t>34</a:t>
            </a:fld>
            <a:endParaRPr lang="en-US"/>
          </a:p>
        </p:txBody>
      </p:sp>
    </p:spTree>
    <p:extLst>
      <p:ext uri="{BB962C8B-B14F-4D97-AF65-F5344CB8AC3E}">
        <p14:creationId xmlns="" xmlns:p14="http://schemas.microsoft.com/office/powerpoint/2010/main" val="101665590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Built-in String Methods</a:t>
            </a:r>
            <a:endParaRPr lang="en-US" dirty="0"/>
          </a:p>
        </p:txBody>
      </p:sp>
      <p:sp>
        <p:nvSpPr>
          <p:cNvPr id="3" name="Content Placeholder 2"/>
          <p:cNvSpPr>
            <a:spLocks noGrp="1"/>
          </p:cNvSpPr>
          <p:nvPr>
            <p:ph idx="1"/>
          </p:nvPr>
        </p:nvSpPr>
        <p:spPr>
          <a:xfrm>
            <a:off x="457200" y="1371600"/>
            <a:ext cx="8574088" cy="5257800"/>
          </a:xfrm>
        </p:spPr>
        <p:txBody>
          <a:bodyPr/>
          <a:lstStyle/>
          <a:p>
            <a:r>
              <a:rPr lang="en-US" sz="2400" b="1" dirty="0" smtClean="0"/>
              <a:t>max(</a:t>
            </a:r>
            <a:r>
              <a:rPr lang="en-US" sz="2400" b="1" dirty="0" err="1" smtClean="0"/>
              <a:t>str</a:t>
            </a:r>
            <a:r>
              <a:rPr lang="en-US" sz="2400" b="1" dirty="0" smtClean="0"/>
              <a:t>)</a:t>
            </a:r>
          </a:p>
          <a:p>
            <a:r>
              <a:rPr lang="en-US" sz="2000" dirty="0" smtClean="0"/>
              <a:t>Returns the max alphabetical character from the string str.</a:t>
            </a:r>
          </a:p>
          <a:p>
            <a:r>
              <a:rPr lang="en-US" sz="2000" dirty="0" err="1" smtClean="0"/>
              <a:t>str</a:t>
            </a:r>
            <a:r>
              <a:rPr lang="en-US" sz="2000" dirty="0" smtClean="0"/>
              <a:t> = "this is really a string example....wow!!!"; 		 	 	 print("Max character: " + max(</a:t>
            </a:r>
            <a:r>
              <a:rPr lang="en-US" sz="2000" dirty="0" err="1" smtClean="0"/>
              <a:t>str</a:t>
            </a:r>
            <a:r>
              <a:rPr lang="en-US" sz="2000" dirty="0" smtClean="0"/>
              <a:t>)) 					 </a:t>
            </a:r>
            <a:r>
              <a:rPr lang="en-US" sz="2000" dirty="0" err="1" smtClean="0"/>
              <a:t>str</a:t>
            </a:r>
            <a:r>
              <a:rPr lang="en-US" sz="2000" dirty="0" smtClean="0"/>
              <a:t> = "this is a string example....wow!!!"; 					 print("Max character: " + max(</a:t>
            </a:r>
            <a:r>
              <a:rPr lang="en-US" sz="2000" dirty="0" err="1" smtClean="0"/>
              <a:t>str</a:t>
            </a:r>
            <a:r>
              <a:rPr lang="en-US" sz="2000" dirty="0" smtClean="0"/>
              <a:t>))</a:t>
            </a:r>
          </a:p>
          <a:p>
            <a:r>
              <a:rPr lang="en-US" sz="2000" dirty="0" smtClean="0"/>
              <a:t>Max character: y Max character: x </a:t>
            </a:r>
          </a:p>
          <a:p>
            <a:r>
              <a:rPr lang="en-US" sz="2400" b="1" dirty="0" smtClean="0"/>
              <a:t>min(</a:t>
            </a:r>
            <a:r>
              <a:rPr lang="en-US" sz="2400" b="1" dirty="0" err="1" smtClean="0"/>
              <a:t>str</a:t>
            </a:r>
            <a:r>
              <a:rPr lang="en-US" sz="2400" b="1" dirty="0" smtClean="0"/>
              <a:t>)</a:t>
            </a:r>
          </a:p>
          <a:p>
            <a:r>
              <a:rPr lang="en-US" sz="2000" dirty="0" smtClean="0"/>
              <a:t>Returns the min alphabetical character from the string str.</a:t>
            </a:r>
          </a:p>
          <a:p>
            <a:r>
              <a:rPr lang="en-US" sz="2000" dirty="0" err="1" smtClean="0"/>
              <a:t>str</a:t>
            </a:r>
            <a:r>
              <a:rPr lang="en-US" sz="2000" dirty="0" smtClean="0"/>
              <a:t> = "this-is-real-string-example....wow!!!"; 				 print("Min character: " + min(</a:t>
            </a:r>
            <a:r>
              <a:rPr lang="en-US" sz="2000" dirty="0" err="1" smtClean="0"/>
              <a:t>str</a:t>
            </a:r>
            <a:r>
              <a:rPr lang="en-US" sz="2000" dirty="0" smtClean="0"/>
              <a:t>)) 					 </a:t>
            </a:r>
            <a:r>
              <a:rPr lang="en-US" sz="2000" dirty="0" err="1" smtClean="0"/>
              <a:t>str</a:t>
            </a:r>
            <a:r>
              <a:rPr lang="en-US" sz="2000" dirty="0" smtClean="0"/>
              <a:t> = "this-is-a-string-example....wow!!!"; 				 print("Min character: " + min(</a:t>
            </a:r>
            <a:r>
              <a:rPr lang="en-US" sz="2000" dirty="0" err="1" smtClean="0"/>
              <a:t>str</a:t>
            </a:r>
            <a:r>
              <a:rPr lang="en-US" sz="2000" dirty="0" smtClean="0"/>
              <a:t>))</a:t>
            </a:r>
          </a:p>
          <a:p>
            <a:r>
              <a:rPr lang="en-US" sz="2000" dirty="0" smtClean="0"/>
              <a:t>Min character: ! 							 Min character: !</a:t>
            </a:r>
            <a:endParaRPr lang="en-US" sz="2000" dirty="0"/>
          </a:p>
        </p:txBody>
      </p:sp>
      <p:sp>
        <p:nvSpPr>
          <p:cNvPr id="4" name="Slide Number Placeholder 3"/>
          <p:cNvSpPr>
            <a:spLocks noGrp="1"/>
          </p:cNvSpPr>
          <p:nvPr>
            <p:ph type="sldNum" sz="quarter" idx="10"/>
          </p:nvPr>
        </p:nvSpPr>
        <p:spPr/>
        <p:txBody>
          <a:bodyPr/>
          <a:lstStyle/>
          <a:p>
            <a:fld id="{A23C1B03-0993-4B56-8AC7-1F376C495DCC}" type="slidenum">
              <a:rPr lang="en-US" smtClean="0"/>
              <a:pPr/>
              <a:t>35</a:t>
            </a:fld>
            <a:endParaRPr lang="en-US"/>
          </a:p>
        </p:txBody>
      </p:sp>
    </p:spTree>
    <p:extLst>
      <p:ext uri="{BB962C8B-B14F-4D97-AF65-F5344CB8AC3E}">
        <p14:creationId xmlns="" xmlns:p14="http://schemas.microsoft.com/office/powerpoint/2010/main" val="5963287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Built-in String Methods</a:t>
            </a:r>
            <a:endParaRPr lang="en-US" dirty="0"/>
          </a:p>
        </p:txBody>
      </p:sp>
      <p:sp>
        <p:nvSpPr>
          <p:cNvPr id="3" name="Content Placeholder 2"/>
          <p:cNvSpPr>
            <a:spLocks noGrp="1"/>
          </p:cNvSpPr>
          <p:nvPr>
            <p:ph idx="1"/>
          </p:nvPr>
        </p:nvSpPr>
        <p:spPr/>
        <p:txBody>
          <a:bodyPr/>
          <a:lstStyle/>
          <a:p>
            <a:r>
              <a:rPr lang="en-US" sz="2400" b="1" dirty="0" smtClean="0"/>
              <a:t>replace(old, new [, max])</a:t>
            </a:r>
          </a:p>
          <a:p>
            <a:r>
              <a:rPr lang="en-US" sz="2000" dirty="0" smtClean="0"/>
              <a:t>Replaces all occurrences of old in string with new or at most max occurrences if max given.</a:t>
            </a:r>
          </a:p>
          <a:p>
            <a:r>
              <a:rPr lang="en-US" sz="2000" dirty="0" smtClean="0"/>
              <a:t> </a:t>
            </a:r>
            <a:r>
              <a:rPr lang="en-US" sz="2000" dirty="0" err="1" smtClean="0"/>
              <a:t>str</a:t>
            </a:r>
            <a:r>
              <a:rPr lang="en-US" sz="2000" dirty="0" smtClean="0"/>
              <a:t> = "this is string example....wow!!! this is really string"</a:t>
            </a:r>
            <a:br>
              <a:rPr lang="en-US" sz="2000" dirty="0" smtClean="0"/>
            </a:br>
            <a:r>
              <a:rPr lang="en-US" sz="2000" dirty="0" smtClean="0"/>
              <a:t>print(</a:t>
            </a:r>
            <a:r>
              <a:rPr lang="en-US" sz="2000" dirty="0" err="1" smtClean="0"/>
              <a:t>str.replace</a:t>
            </a:r>
            <a:r>
              <a:rPr lang="en-US" sz="2000" dirty="0" smtClean="0"/>
              <a:t>("is", "was"))</a:t>
            </a:r>
            <a:br>
              <a:rPr lang="en-US" sz="2000" dirty="0" smtClean="0"/>
            </a:br>
            <a:r>
              <a:rPr lang="en-US" sz="2000" dirty="0" smtClean="0"/>
              <a:t>print(</a:t>
            </a:r>
            <a:r>
              <a:rPr lang="en-US" sz="2000" dirty="0" err="1" smtClean="0"/>
              <a:t>str.replace</a:t>
            </a:r>
            <a:r>
              <a:rPr lang="en-US" sz="2000" dirty="0" smtClean="0"/>
              <a:t>("is", "was", 3))</a:t>
            </a:r>
          </a:p>
          <a:p>
            <a:r>
              <a:rPr lang="en-US" sz="2000" dirty="0" err="1" smtClean="0"/>
              <a:t>thwas</a:t>
            </a:r>
            <a:r>
              <a:rPr lang="en-US" sz="2000" dirty="0" smtClean="0"/>
              <a:t> was string example....wow!!! </a:t>
            </a:r>
            <a:r>
              <a:rPr lang="en-US" sz="2000" dirty="0" err="1" smtClean="0"/>
              <a:t>thwas</a:t>
            </a:r>
            <a:r>
              <a:rPr lang="en-US" sz="2000" dirty="0" smtClean="0"/>
              <a:t> was really string 		 </a:t>
            </a:r>
            <a:r>
              <a:rPr lang="en-US" sz="2000" dirty="0" err="1" smtClean="0"/>
              <a:t>thwas</a:t>
            </a:r>
            <a:r>
              <a:rPr lang="en-US" sz="2000" dirty="0" smtClean="0"/>
              <a:t> was string example....wow!!! </a:t>
            </a:r>
            <a:r>
              <a:rPr lang="en-US" sz="2000" dirty="0" err="1" smtClean="0"/>
              <a:t>thwas</a:t>
            </a:r>
            <a:r>
              <a:rPr lang="en-US" sz="2000" dirty="0" smtClean="0"/>
              <a:t> is really string</a:t>
            </a:r>
          </a:p>
          <a:p>
            <a:r>
              <a:rPr lang="en-US" sz="2400" b="1" dirty="0" err="1"/>
              <a:t>rjust</a:t>
            </a:r>
            <a:r>
              <a:rPr lang="en-US" sz="2400" b="1" dirty="0"/>
              <a:t>(width,[, </a:t>
            </a:r>
            <a:r>
              <a:rPr lang="en-US" sz="2400" b="1" dirty="0" err="1"/>
              <a:t>fillchar</a:t>
            </a:r>
            <a:r>
              <a:rPr lang="en-US" sz="2400" b="1" dirty="0"/>
              <a:t>])</a:t>
            </a:r>
          </a:p>
          <a:p>
            <a:r>
              <a:rPr lang="en-US" sz="2000" dirty="0" smtClean="0"/>
              <a:t>Returns </a:t>
            </a:r>
            <a:r>
              <a:rPr lang="en-US" sz="2000" dirty="0"/>
              <a:t>a space-padded string with the original string right-justified to a total of width columns</a:t>
            </a:r>
            <a:r>
              <a:rPr lang="en-US" sz="2000" dirty="0" smtClean="0"/>
              <a:t>.</a:t>
            </a:r>
          </a:p>
          <a:p>
            <a:r>
              <a:rPr lang="en-US" sz="2000" dirty="0" err="1"/>
              <a:t>str</a:t>
            </a:r>
            <a:r>
              <a:rPr lang="en-US" sz="2000" dirty="0"/>
              <a:t> = "this is string example....wow</a:t>
            </a:r>
            <a:r>
              <a:rPr lang="en-US" sz="2000" dirty="0" smtClean="0"/>
              <a:t>!!!";					 print(</a:t>
            </a:r>
            <a:r>
              <a:rPr lang="en-US" sz="2000" dirty="0" err="1" smtClean="0"/>
              <a:t>str.rjust</a:t>
            </a:r>
            <a:r>
              <a:rPr lang="en-US" sz="2000" dirty="0" smtClean="0"/>
              <a:t>(50</a:t>
            </a:r>
            <a:r>
              <a:rPr lang="en-US" sz="2000" dirty="0"/>
              <a:t>, '0</a:t>
            </a:r>
            <a:r>
              <a:rPr lang="en-US" sz="2000" dirty="0" smtClean="0"/>
              <a:t>'))</a:t>
            </a:r>
          </a:p>
          <a:p>
            <a:r>
              <a:rPr lang="en-US" sz="2000" dirty="0"/>
              <a:t>000000000000000000this is string example....wow!!!</a:t>
            </a:r>
          </a:p>
        </p:txBody>
      </p:sp>
      <p:sp>
        <p:nvSpPr>
          <p:cNvPr id="4" name="Slide Number Placeholder 3"/>
          <p:cNvSpPr>
            <a:spLocks noGrp="1"/>
          </p:cNvSpPr>
          <p:nvPr>
            <p:ph type="sldNum" sz="quarter" idx="10"/>
          </p:nvPr>
        </p:nvSpPr>
        <p:spPr/>
        <p:txBody>
          <a:bodyPr/>
          <a:lstStyle/>
          <a:p>
            <a:fld id="{A23C1B03-0993-4B56-8AC7-1F376C495DCC}" type="slidenum">
              <a:rPr lang="en-US" smtClean="0"/>
              <a:pPr/>
              <a:t>36</a:t>
            </a:fld>
            <a:endParaRPr lang="en-US"/>
          </a:p>
        </p:txBody>
      </p:sp>
    </p:spTree>
    <p:extLst>
      <p:ext uri="{BB962C8B-B14F-4D97-AF65-F5344CB8AC3E}">
        <p14:creationId xmlns="" xmlns:p14="http://schemas.microsoft.com/office/powerpoint/2010/main" val="133943809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Built-in String Methods</a:t>
            </a:r>
            <a:endParaRPr lang="en-US" dirty="0"/>
          </a:p>
        </p:txBody>
      </p:sp>
      <p:sp>
        <p:nvSpPr>
          <p:cNvPr id="3" name="Content Placeholder 2"/>
          <p:cNvSpPr>
            <a:spLocks noGrp="1"/>
          </p:cNvSpPr>
          <p:nvPr>
            <p:ph idx="1"/>
          </p:nvPr>
        </p:nvSpPr>
        <p:spPr>
          <a:xfrm>
            <a:off x="457200" y="1371600"/>
            <a:ext cx="8574088" cy="5486400"/>
          </a:xfrm>
        </p:spPr>
        <p:txBody>
          <a:bodyPr/>
          <a:lstStyle/>
          <a:p>
            <a:r>
              <a:rPr lang="en-US" sz="2400" b="1" dirty="0"/>
              <a:t>split(</a:t>
            </a:r>
            <a:r>
              <a:rPr lang="en-US" sz="2400" b="1" dirty="0" err="1"/>
              <a:t>str</a:t>
            </a:r>
            <a:r>
              <a:rPr lang="en-US" sz="2400" b="1" dirty="0"/>
              <a:t>="", </a:t>
            </a:r>
            <a:r>
              <a:rPr lang="en-US" sz="2400" b="1" dirty="0" err="1"/>
              <a:t>num</a:t>
            </a:r>
            <a:r>
              <a:rPr lang="en-US" sz="2400" b="1" dirty="0"/>
              <a:t>=</a:t>
            </a:r>
            <a:r>
              <a:rPr lang="en-US" sz="2400" b="1" dirty="0" err="1"/>
              <a:t>string.count</a:t>
            </a:r>
            <a:r>
              <a:rPr lang="en-US" sz="2400" b="1" dirty="0"/>
              <a:t>(</a:t>
            </a:r>
            <a:r>
              <a:rPr lang="en-US" sz="2400" b="1" dirty="0" err="1"/>
              <a:t>str</a:t>
            </a:r>
            <a:r>
              <a:rPr lang="en-US" sz="2400" b="1" dirty="0"/>
              <a:t>))</a:t>
            </a:r>
          </a:p>
          <a:p>
            <a:r>
              <a:rPr lang="en-US" sz="2000" dirty="0" smtClean="0"/>
              <a:t>Splits </a:t>
            </a:r>
            <a:r>
              <a:rPr lang="en-US" sz="2000" dirty="0"/>
              <a:t>string according to delimiter </a:t>
            </a:r>
            <a:r>
              <a:rPr lang="en-US" sz="2000" dirty="0" err="1"/>
              <a:t>str</a:t>
            </a:r>
            <a:r>
              <a:rPr lang="en-US" sz="2000" dirty="0"/>
              <a:t> (space if not provided) and returns list of substrings; split into at most </a:t>
            </a:r>
            <a:r>
              <a:rPr lang="en-US" sz="2000" dirty="0" err="1"/>
              <a:t>num</a:t>
            </a:r>
            <a:r>
              <a:rPr lang="en-US" sz="2000" dirty="0"/>
              <a:t> substrings if given</a:t>
            </a:r>
            <a:r>
              <a:rPr lang="en-US" sz="2000" dirty="0" smtClean="0"/>
              <a:t>.</a:t>
            </a:r>
          </a:p>
          <a:p>
            <a:r>
              <a:rPr lang="en-US" sz="2000" dirty="0" err="1"/>
              <a:t>str</a:t>
            </a:r>
            <a:r>
              <a:rPr lang="en-US" sz="2000" dirty="0"/>
              <a:t> = "Line1-abcdef \nLine2-abc \nLine4-abcd</a:t>
            </a:r>
            <a:r>
              <a:rPr lang="en-US" sz="2000" dirty="0" smtClean="0"/>
              <a:t>";				 print(</a:t>
            </a:r>
            <a:r>
              <a:rPr lang="en-US" sz="2000" dirty="0" err="1" smtClean="0"/>
              <a:t>str.split</a:t>
            </a:r>
            <a:r>
              <a:rPr lang="en-US" sz="2000" dirty="0"/>
              <a:t>( </a:t>
            </a:r>
            <a:r>
              <a:rPr lang="en-US" sz="2000" dirty="0" smtClean="0"/>
              <a:t>))							 print(</a:t>
            </a:r>
            <a:r>
              <a:rPr lang="en-US" sz="2000" dirty="0" err="1" smtClean="0"/>
              <a:t>str.split</a:t>
            </a:r>
            <a:r>
              <a:rPr lang="en-US" sz="2000" dirty="0"/>
              <a:t>(' ', 1 </a:t>
            </a:r>
            <a:r>
              <a:rPr lang="en-US" sz="2000" dirty="0" smtClean="0"/>
              <a:t>))</a:t>
            </a:r>
          </a:p>
          <a:p>
            <a:r>
              <a:rPr lang="en-US" sz="2000" dirty="0"/>
              <a:t>['Line1-abcdef', 'Line2-abc', 'Line4-abcd</a:t>
            </a:r>
            <a:r>
              <a:rPr lang="en-US" sz="2000" dirty="0" smtClean="0"/>
              <a:t>']				 [</a:t>
            </a:r>
            <a:r>
              <a:rPr lang="en-US" sz="2000" dirty="0"/>
              <a:t>'Line1-abcdef', '\nLine2-abc \nLine4-abcd</a:t>
            </a:r>
            <a:r>
              <a:rPr lang="en-US" sz="2000" dirty="0" smtClean="0"/>
              <a:t>']</a:t>
            </a:r>
          </a:p>
          <a:p>
            <a:r>
              <a:rPr lang="en-US" sz="2400" b="1" dirty="0" err="1"/>
              <a:t>startswith</a:t>
            </a:r>
            <a:r>
              <a:rPr lang="en-US" sz="2400" b="1" dirty="0"/>
              <a:t>(</a:t>
            </a:r>
            <a:r>
              <a:rPr lang="en-US" sz="2400" b="1" dirty="0" err="1"/>
              <a:t>str</a:t>
            </a:r>
            <a:r>
              <a:rPr lang="en-US" sz="2400" b="1" dirty="0"/>
              <a:t>, beg=0,end=</a:t>
            </a:r>
            <a:r>
              <a:rPr lang="en-US" sz="2400" b="1" dirty="0" err="1"/>
              <a:t>len</a:t>
            </a:r>
            <a:r>
              <a:rPr lang="en-US" sz="2400" b="1" dirty="0"/>
              <a:t>(string))</a:t>
            </a:r>
          </a:p>
          <a:p>
            <a:r>
              <a:rPr lang="en-US" sz="2000" dirty="0" smtClean="0"/>
              <a:t>Determines </a:t>
            </a:r>
            <a:r>
              <a:rPr lang="en-US" sz="2000" dirty="0"/>
              <a:t>if string or a substring of string (if starting index beg and ending index end are given) starts with substring </a:t>
            </a:r>
            <a:r>
              <a:rPr lang="en-US" sz="2000" dirty="0" err="1"/>
              <a:t>str</a:t>
            </a:r>
            <a:r>
              <a:rPr lang="en-US" sz="2000" dirty="0"/>
              <a:t>; returns true if so and false otherwise</a:t>
            </a:r>
            <a:r>
              <a:rPr lang="en-US" sz="2000" dirty="0" smtClean="0"/>
              <a:t>.</a:t>
            </a:r>
          </a:p>
          <a:p>
            <a:r>
              <a:rPr lang="en-US" sz="2000" dirty="0" err="1"/>
              <a:t>str</a:t>
            </a:r>
            <a:r>
              <a:rPr lang="en-US" sz="2000" dirty="0"/>
              <a:t> = "this is string example....wow</a:t>
            </a:r>
            <a:r>
              <a:rPr lang="en-US" sz="2000" dirty="0" smtClean="0"/>
              <a:t>!!!";					 print(</a:t>
            </a:r>
            <a:r>
              <a:rPr lang="en-US" sz="2000" dirty="0" err="1" smtClean="0"/>
              <a:t>str.startswith</a:t>
            </a:r>
            <a:r>
              <a:rPr lang="en-US" sz="2000" dirty="0"/>
              <a:t>( 'this' </a:t>
            </a:r>
            <a:r>
              <a:rPr lang="en-US" sz="2000" dirty="0" smtClean="0"/>
              <a:t>))						 print(</a:t>
            </a:r>
            <a:r>
              <a:rPr lang="en-US" sz="2000" dirty="0" err="1" smtClean="0"/>
              <a:t>str.startswith</a:t>
            </a:r>
            <a:r>
              <a:rPr lang="en-US" sz="2000" dirty="0"/>
              <a:t>( 'is', 2, 4 </a:t>
            </a:r>
            <a:r>
              <a:rPr lang="en-US" sz="2000" dirty="0" smtClean="0"/>
              <a:t>))						 print(</a:t>
            </a:r>
            <a:r>
              <a:rPr lang="en-US" sz="2000" dirty="0" err="1" smtClean="0"/>
              <a:t>str.startswith</a:t>
            </a:r>
            <a:r>
              <a:rPr lang="en-US" sz="2000" dirty="0"/>
              <a:t>( 'this', 2, 4 </a:t>
            </a:r>
            <a:r>
              <a:rPr lang="en-US" sz="2000" dirty="0" smtClean="0"/>
              <a:t>))  </a:t>
            </a:r>
            <a:r>
              <a:rPr lang="en-US" sz="2000" dirty="0"/>
              <a:t>&gt;&gt;&gt; </a:t>
            </a:r>
            <a:r>
              <a:rPr lang="en-US" sz="2000" dirty="0" smtClean="0"/>
              <a:t>True </a:t>
            </a:r>
            <a:r>
              <a:rPr lang="en-US" sz="2000" dirty="0" err="1" smtClean="0"/>
              <a:t>True</a:t>
            </a:r>
            <a:r>
              <a:rPr lang="en-US" sz="2000" dirty="0" smtClean="0"/>
              <a:t> False</a:t>
            </a:r>
            <a:endParaRPr lang="en-US" sz="2000" dirty="0"/>
          </a:p>
        </p:txBody>
      </p:sp>
      <p:sp>
        <p:nvSpPr>
          <p:cNvPr id="4" name="Slide Number Placeholder 3"/>
          <p:cNvSpPr>
            <a:spLocks noGrp="1"/>
          </p:cNvSpPr>
          <p:nvPr>
            <p:ph type="sldNum" sz="quarter" idx="10"/>
          </p:nvPr>
        </p:nvSpPr>
        <p:spPr/>
        <p:txBody>
          <a:bodyPr/>
          <a:lstStyle/>
          <a:p>
            <a:fld id="{A23C1B03-0993-4B56-8AC7-1F376C495DCC}" type="slidenum">
              <a:rPr lang="en-US" smtClean="0"/>
              <a:pPr/>
              <a:t>37</a:t>
            </a:fld>
            <a:endParaRPr lang="en-US"/>
          </a:p>
        </p:txBody>
      </p:sp>
    </p:spTree>
    <p:extLst>
      <p:ext uri="{BB962C8B-B14F-4D97-AF65-F5344CB8AC3E}">
        <p14:creationId xmlns="" xmlns:p14="http://schemas.microsoft.com/office/powerpoint/2010/main" val="37376547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Built-in String Methods</a:t>
            </a:r>
            <a:endParaRPr lang="en-US" dirty="0"/>
          </a:p>
        </p:txBody>
      </p:sp>
      <p:sp>
        <p:nvSpPr>
          <p:cNvPr id="3" name="Content Placeholder 2"/>
          <p:cNvSpPr>
            <a:spLocks noGrp="1"/>
          </p:cNvSpPr>
          <p:nvPr>
            <p:ph idx="1"/>
          </p:nvPr>
        </p:nvSpPr>
        <p:spPr>
          <a:xfrm>
            <a:off x="457200" y="1371600"/>
            <a:ext cx="8574088" cy="5410200"/>
          </a:xfrm>
        </p:spPr>
        <p:txBody>
          <a:bodyPr/>
          <a:lstStyle/>
          <a:p>
            <a:r>
              <a:rPr lang="en-US" sz="2400" b="1" dirty="0" err="1"/>
              <a:t>swapcase</a:t>
            </a:r>
            <a:r>
              <a:rPr lang="en-US" sz="2400" b="1" dirty="0"/>
              <a:t>()</a:t>
            </a:r>
          </a:p>
          <a:p>
            <a:r>
              <a:rPr lang="en-US" sz="1900" dirty="0" smtClean="0"/>
              <a:t>Inverts </a:t>
            </a:r>
            <a:r>
              <a:rPr lang="en-US" sz="1900" dirty="0"/>
              <a:t>case for all letters in string</a:t>
            </a:r>
            <a:r>
              <a:rPr lang="en-US" sz="1900" dirty="0" smtClean="0"/>
              <a:t>.</a:t>
            </a:r>
          </a:p>
          <a:p>
            <a:r>
              <a:rPr lang="en-US" sz="1900" dirty="0" err="1"/>
              <a:t>str</a:t>
            </a:r>
            <a:r>
              <a:rPr lang="en-US" sz="1900" dirty="0"/>
              <a:t> = "this is string example....wow</a:t>
            </a:r>
            <a:r>
              <a:rPr lang="en-US" sz="1900" dirty="0" smtClean="0"/>
              <a:t>!!!"; 			 print(</a:t>
            </a:r>
            <a:r>
              <a:rPr lang="en-US" sz="1900" dirty="0" err="1" smtClean="0"/>
              <a:t>str.swapcase</a:t>
            </a:r>
            <a:r>
              <a:rPr lang="en-US" sz="1900" dirty="0" smtClean="0"/>
              <a:t>()) 							 </a:t>
            </a:r>
            <a:r>
              <a:rPr lang="en-US" sz="1900" dirty="0" err="1" smtClean="0"/>
              <a:t>str</a:t>
            </a:r>
            <a:r>
              <a:rPr lang="en-US" sz="1900" dirty="0" smtClean="0"/>
              <a:t> </a:t>
            </a:r>
            <a:r>
              <a:rPr lang="en-US" sz="1900" dirty="0"/>
              <a:t>= "THIS IS STRING EXAMPLE....WOW</a:t>
            </a:r>
            <a:r>
              <a:rPr lang="en-US" sz="1900" dirty="0" smtClean="0"/>
              <a:t>!!!";		 print(</a:t>
            </a:r>
            <a:r>
              <a:rPr lang="en-US" sz="1900" dirty="0" err="1" smtClean="0"/>
              <a:t>str.swapcase</a:t>
            </a:r>
            <a:r>
              <a:rPr lang="en-US" sz="1900" dirty="0" smtClean="0"/>
              <a:t>())</a:t>
            </a:r>
          </a:p>
          <a:p>
            <a:r>
              <a:rPr lang="en-US" sz="1900" dirty="0"/>
              <a:t>THIS IS STRING EXAMPLE....WOW</a:t>
            </a:r>
            <a:r>
              <a:rPr lang="en-US" sz="1900" dirty="0" smtClean="0"/>
              <a:t>!!!					 this </a:t>
            </a:r>
            <a:r>
              <a:rPr lang="en-US" sz="1900" dirty="0"/>
              <a:t>is string example....wow!!!</a:t>
            </a:r>
            <a:endParaRPr lang="en-US" sz="1900" dirty="0" smtClean="0"/>
          </a:p>
          <a:p>
            <a:r>
              <a:rPr lang="en-US" sz="2400" b="1" dirty="0" err="1"/>
              <a:t>zfill</a:t>
            </a:r>
            <a:r>
              <a:rPr lang="en-US" sz="2400" b="1" dirty="0"/>
              <a:t> (width)</a:t>
            </a:r>
          </a:p>
          <a:p>
            <a:r>
              <a:rPr lang="en-US" sz="1900" dirty="0" smtClean="0"/>
              <a:t>Returns </a:t>
            </a:r>
            <a:r>
              <a:rPr lang="en-US" sz="1900" dirty="0"/>
              <a:t>original string </a:t>
            </a:r>
            <a:r>
              <a:rPr lang="en-US" sz="1900" dirty="0" err="1"/>
              <a:t>leftpadded</a:t>
            </a:r>
            <a:r>
              <a:rPr lang="en-US" sz="1900" dirty="0"/>
              <a:t> with zeros to a total of width characters; intended for numbers, </a:t>
            </a:r>
            <a:r>
              <a:rPr lang="en-US" sz="1900" dirty="0" err="1"/>
              <a:t>zfill</a:t>
            </a:r>
            <a:r>
              <a:rPr lang="en-US" sz="1900" dirty="0"/>
              <a:t>() retains any sign given (less one zero</a:t>
            </a:r>
            <a:r>
              <a:rPr lang="en-US" sz="1900" dirty="0" smtClean="0"/>
              <a:t>).</a:t>
            </a:r>
          </a:p>
          <a:p>
            <a:r>
              <a:rPr lang="en-US" sz="1900" dirty="0" err="1"/>
              <a:t>str</a:t>
            </a:r>
            <a:r>
              <a:rPr lang="en-US" sz="1900" dirty="0"/>
              <a:t> = "this is string example....wow</a:t>
            </a:r>
            <a:r>
              <a:rPr lang="en-US" sz="1900" dirty="0" smtClean="0"/>
              <a:t>!!!";					 print </a:t>
            </a:r>
            <a:r>
              <a:rPr lang="en-US" sz="1900" dirty="0" err="1" smtClean="0"/>
              <a:t>str.zfill</a:t>
            </a:r>
            <a:r>
              <a:rPr lang="en-US" sz="1900" dirty="0" smtClean="0"/>
              <a:t>(40)					 	 print(</a:t>
            </a:r>
            <a:r>
              <a:rPr lang="en-US" sz="1900" dirty="0" err="1" smtClean="0"/>
              <a:t>str.zfill</a:t>
            </a:r>
            <a:r>
              <a:rPr lang="en-US" sz="1900" dirty="0" smtClean="0"/>
              <a:t>(50))</a:t>
            </a:r>
          </a:p>
          <a:p>
            <a:r>
              <a:rPr lang="en-US" sz="1900" dirty="0"/>
              <a:t>00000000this is string example....wow</a:t>
            </a:r>
            <a:r>
              <a:rPr lang="en-US" sz="1900" dirty="0" smtClean="0"/>
              <a:t>!!!			 000000000000000000this </a:t>
            </a:r>
            <a:r>
              <a:rPr lang="en-US" sz="1900" dirty="0"/>
              <a:t>is string example....wow!!!</a:t>
            </a:r>
          </a:p>
        </p:txBody>
      </p:sp>
      <p:sp>
        <p:nvSpPr>
          <p:cNvPr id="4" name="Slide Number Placeholder 3"/>
          <p:cNvSpPr>
            <a:spLocks noGrp="1"/>
          </p:cNvSpPr>
          <p:nvPr>
            <p:ph type="sldNum" sz="quarter" idx="10"/>
          </p:nvPr>
        </p:nvSpPr>
        <p:spPr/>
        <p:txBody>
          <a:bodyPr/>
          <a:lstStyle/>
          <a:p>
            <a:fld id="{A23C1B03-0993-4B56-8AC7-1F376C495DCC}" type="slidenum">
              <a:rPr lang="en-US" smtClean="0"/>
              <a:pPr/>
              <a:t>38</a:t>
            </a:fld>
            <a:endParaRPr lang="en-US"/>
          </a:p>
        </p:txBody>
      </p:sp>
    </p:spTree>
    <p:extLst>
      <p:ext uri="{BB962C8B-B14F-4D97-AF65-F5344CB8AC3E}">
        <p14:creationId xmlns="" xmlns:p14="http://schemas.microsoft.com/office/powerpoint/2010/main" val="75521162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Some Important String Methods</a:t>
            </a:r>
            <a:endParaRPr lang="en-US" dirty="0"/>
          </a:p>
        </p:txBody>
      </p:sp>
      <p:sp>
        <p:nvSpPr>
          <p:cNvPr id="3" name="Content Placeholder 2"/>
          <p:cNvSpPr>
            <a:spLocks noGrp="1"/>
          </p:cNvSpPr>
          <p:nvPr>
            <p:ph idx="1"/>
          </p:nvPr>
        </p:nvSpPr>
        <p:spPr/>
        <p:txBody>
          <a:bodyPr/>
          <a:lstStyle/>
          <a:p>
            <a:r>
              <a:rPr lang="en-US" b="1" dirty="0" err="1"/>
              <a:t>rfind</a:t>
            </a:r>
            <a:r>
              <a:rPr lang="en-US" b="1" dirty="0"/>
              <a:t>(</a:t>
            </a:r>
            <a:r>
              <a:rPr lang="en-US" b="1" dirty="0" err="1"/>
              <a:t>str</a:t>
            </a:r>
            <a:r>
              <a:rPr lang="en-US" b="1" dirty="0"/>
              <a:t>, beg=0,end=</a:t>
            </a:r>
            <a:r>
              <a:rPr lang="en-US" b="1" dirty="0" err="1"/>
              <a:t>len</a:t>
            </a:r>
            <a:r>
              <a:rPr lang="en-US" b="1" dirty="0"/>
              <a:t>(string))</a:t>
            </a:r>
          </a:p>
          <a:p>
            <a:r>
              <a:rPr lang="en-US" dirty="0" smtClean="0"/>
              <a:t>Same </a:t>
            </a:r>
            <a:r>
              <a:rPr lang="en-US" dirty="0"/>
              <a:t>as find(), but search backwards in string</a:t>
            </a:r>
            <a:r>
              <a:rPr lang="en-US" dirty="0" smtClean="0"/>
              <a:t>.</a:t>
            </a:r>
          </a:p>
          <a:p>
            <a:r>
              <a:rPr lang="en-US" b="1" dirty="0" err="1"/>
              <a:t>rindex</a:t>
            </a:r>
            <a:r>
              <a:rPr lang="en-US" b="1" dirty="0"/>
              <a:t>( </a:t>
            </a:r>
            <a:r>
              <a:rPr lang="en-US" b="1" dirty="0" err="1"/>
              <a:t>str</a:t>
            </a:r>
            <a:r>
              <a:rPr lang="en-US" b="1" dirty="0"/>
              <a:t>, beg=0, end=</a:t>
            </a:r>
            <a:r>
              <a:rPr lang="en-US" b="1" dirty="0" err="1"/>
              <a:t>len</a:t>
            </a:r>
            <a:r>
              <a:rPr lang="en-US" b="1" dirty="0"/>
              <a:t>(string))</a:t>
            </a:r>
          </a:p>
          <a:p>
            <a:r>
              <a:rPr lang="en-US" dirty="0" smtClean="0"/>
              <a:t>Same </a:t>
            </a:r>
            <a:r>
              <a:rPr lang="en-US" dirty="0"/>
              <a:t>as index(), but search backwards in string</a:t>
            </a:r>
            <a:r>
              <a:rPr lang="en-US" dirty="0" smtClean="0"/>
              <a:t>.</a:t>
            </a:r>
          </a:p>
          <a:p>
            <a:r>
              <a:rPr lang="en-US" b="1" dirty="0" err="1"/>
              <a:t>splitlines</a:t>
            </a:r>
            <a:r>
              <a:rPr lang="en-US" b="1" dirty="0"/>
              <a:t>( </a:t>
            </a:r>
            <a:r>
              <a:rPr lang="en-US" b="1" dirty="0" err="1"/>
              <a:t>num</a:t>
            </a:r>
            <a:r>
              <a:rPr lang="en-US" b="1" dirty="0"/>
              <a:t>=</a:t>
            </a:r>
            <a:r>
              <a:rPr lang="en-US" b="1" dirty="0" err="1"/>
              <a:t>string.count</a:t>
            </a:r>
            <a:r>
              <a:rPr lang="en-US" b="1" dirty="0"/>
              <a:t>('\n'))</a:t>
            </a:r>
          </a:p>
          <a:p>
            <a:r>
              <a:rPr lang="en-US" dirty="0" smtClean="0"/>
              <a:t>Splits </a:t>
            </a:r>
            <a:r>
              <a:rPr lang="en-US" dirty="0"/>
              <a:t>string at all (or </a:t>
            </a:r>
            <a:r>
              <a:rPr lang="en-US" dirty="0" err="1"/>
              <a:t>num</a:t>
            </a:r>
            <a:r>
              <a:rPr lang="en-US" dirty="0"/>
              <a:t>) NEWLINEs and returns a list of each line with NEWLINEs removed.</a:t>
            </a:r>
          </a:p>
        </p:txBody>
      </p:sp>
      <p:sp>
        <p:nvSpPr>
          <p:cNvPr id="4" name="Slide Number Placeholder 3"/>
          <p:cNvSpPr>
            <a:spLocks noGrp="1"/>
          </p:cNvSpPr>
          <p:nvPr>
            <p:ph type="sldNum" sz="quarter" idx="10"/>
          </p:nvPr>
        </p:nvSpPr>
        <p:spPr/>
        <p:txBody>
          <a:bodyPr/>
          <a:lstStyle/>
          <a:p>
            <a:fld id="{A23C1B03-0993-4B56-8AC7-1F376C495DCC}" type="slidenum">
              <a:rPr lang="en-US" smtClean="0"/>
              <a:pPr/>
              <a:t>39</a:t>
            </a:fld>
            <a:endParaRPr lang="en-US"/>
          </a:p>
        </p:txBody>
      </p:sp>
    </p:spTree>
    <p:extLst>
      <p:ext uri="{BB962C8B-B14F-4D97-AF65-F5344CB8AC3E}">
        <p14:creationId xmlns="" xmlns:p14="http://schemas.microsoft.com/office/powerpoint/2010/main" val="297654181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Numbers </a:t>
            </a:r>
            <a:r>
              <a:rPr lang="en-US" b="1" dirty="0" err="1" smtClean="0"/>
              <a:t>Datatype</a:t>
            </a:r>
            <a:r>
              <a:rPr lang="en-US" b="1" dirty="0" smtClean="0"/>
              <a:t>…</a:t>
            </a:r>
            <a:endParaRPr lang="en-US" dirty="0"/>
          </a:p>
        </p:txBody>
      </p:sp>
      <p:sp>
        <p:nvSpPr>
          <p:cNvPr id="3" name="Content Placeholder 2"/>
          <p:cNvSpPr>
            <a:spLocks noGrp="1"/>
          </p:cNvSpPr>
          <p:nvPr>
            <p:ph idx="1"/>
          </p:nvPr>
        </p:nvSpPr>
        <p:spPr>
          <a:xfrm>
            <a:off x="457200" y="1371600"/>
            <a:ext cx="8574088" cy="5257800"/>
          </a:xfrm>
        </p:spPr>
        <p:txBody>
          <a:bodyPr/>
          <a:lstStyle/>
          <a:p>
            <a:r>
              <a:rPr lang="en-US" sz="3200" b="1" u="sng" dirty="0" smtClean="0"/>
              <a:t>Integers:</a:t>
            </a:r>
          </a:p>
          <a:p>
            <a:r>
              <a:rPr lang="en-US" dirty="0" smtClean="0"/>
              <a:t>You can add (+), subtract (-), multiply (*), and divide (/) integers in Python.</a:t>
            </a:r>
          </a:p>
          <a:p>
            <a:r>
              <a:rPr lang="en-US" dirty="0" smtClean="0"/>
              <a:t>print(2+3)  Output: 5</a:t>
            </a:r>
          </a:p>
          <a:p>
            <a:r>
              <a:rPr lang="en-US" dirty="0" smtClean="0"/>
              <a:t>print(3-2)  Output: 1</a:t>
            </a:r>
          </a:p>
          <a:p>
            <a:r>
              <a:rPr lang="en-US" dirty="0" smtClean="0"/>
              <a:t>print(2*3)  Output: 6</a:t>
            </a:r>
          </a:p>
          <a:p>
            <a:r>
              <a:rPr lang="en-US" dirty="0" smtClean="0"/>
              <a:t> print(3/2)  Output: 1.5</a:t>
            </a:r>
          </a:p>
          <a:p>
            <a:r>
              <a:rPr lang="en-US" sz="2400" dirty="0" smtClean="0"/>
              <a:t>Python uses two multiplication symbols to represent exponents:</a:t>
            </a:r>
          </a:p>
          <a:p>
            <a:r>
              <a:rPr lang="en-US" sz="2400" dirty="0" smtClean="0"/>
              <a:t>print(3 ** 2)  Output: 9</a:t>
            </a:r>
          </a:p>
          <a:p>
            <a:r>
              <a:rPr lang="en-US" sz="2400" dirty="0" smtClean="0"/>
              <a:t>print(3 ** 3)  Output: 27</a:t>
            </a:r>
          </a:p>
          <a:p>
            <a:r>
              <a:rPr lang="en-US" sz="2400" dirty="0" smtClean="0"/>
              <a:t>print(10 ** 6)  Output: 1000000</a:t>
            </a:r>
          </a:p>
          <a:p>
            <a:endParaRPr lang="en-US" sz="2400" dirty="0" smtClean="0"/>
          </a:p>
          <a:p>
            <a:endParaRPr lang="en-US" sz="2400" dirty="0" smtClean="0"/>
          </a:p>
          <a:p>
            <a:endParaRPr lang="en-US" sz="2400" dirty="0" smtClean="0"/>
          </a:p>
          <a:p>
            <a:endParaRPr lang="en-US" dirty="0"/>
          </a:p>
        </p:txBody>
      </p:sp>
      <p:sp>
        <p:nvSpPr>
          <p:cNvPr id="4" name="Slide Number Placeholder 3"/>
          <p:cNvSpPr>
            <a:spLocks noGrp="1"/>
          </p:cNvSpPr>
          <p:nvPr>
            <p:ph type="sldNum" sz="quarter" idx="10"/>
          </p:nvPr>
        </p:nvSpPr>
        <p:spPr/>
        <p:txBody>
          <a:bodyPr/>
          <a:lstStyle/>
          <a:p>
            <a:fld id="{A23C1B03-0993-4B56-8AC7-1F376C495DCC}" type="slidenum">
              <a:rPr lang="en-US" smtClean="0"/>
              <a:pPr/>
              <a:t>40</a:t>
            </a:fld>
            <a:endParaRPr lang="en-US"/>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Orders of Expression</a:t>
            </a:r>
            <a:endParaRPr lang="en-US" dirty="0"/>
          </a:p>
        </p:txBody>
      </p:sp>
      <p:sp>
        <p:nvSpPr>
          <p:cNvPr id="3" name="Content Placeholder 2"/>
          <p:cNvSpPr>
            <a:spLocks noGrp="1"/>
          </p:cNvSpPr>
          <p:nvPr>
            <p:ph idx="1"/>
          </p:nvPr>
        </p:nvSpPr>
        <p:spPr/>
        <p:txBody>
          <a:bodyPr/>
          <a:lstStyle/>
          <a:p>
            <a:r>
              <a:rPr lang="en-US" dirty="0" smtClean="0"/>
              <a:t>Python supports the order of operations too, so you can use multiple operations in one expression.</a:t>
            </a:r>
          </a:p>
          <a:p>
            <a:r>
              <a:rPr lang="en-US" dirty="0" smtClean="0"/>
              <a:t>print(</a:t>
            </a:r>
            <a:r>
              <a:rPr lang="en-US" b="1" dirty="0" smtClean="0"/>
              <a:t>2 + </a:t>
            </a:r>
            <a:r>
              <a:rPr lang="en-US" dirty="0" smtClean="0"/>
              <a:t>3 * 4)  </a:t>
            </a:r>
          </a:p>
          <a:p>
            <a:r>
              <a:rPr lang="en-US" dirty="0" smtClean="0"/>
              <a:t>Output: 14</a:t>
            </a:r>
          </a:p>
          <a:p>
            <a:r>
              <a:rPr lang="en-US" dirty="0" smtClean="0"/>
              <a:t>You can also use parentheses to modify the order of operations so Python can evaluate your expression in the order you specify. For example:</a:t>
            </a:r>
          </a:p>
          <a:p>
            <a:r>
              <a:rPr lang="en-US" dirty="0" smtClean="0"/>
              <a:t>print((</a:t>
            </a:r>
            <a:r>
              <a:rPr lang="en-US" b="1" dirty="0" smtClean="0"/>
              <a:t>2 + </a:t>
            </a:r>
            <a:r>
              <a:rPr lang="en-US" dirty="0" smtClean="0"/>
              <a:t>3) * 4)  </a:t>
            </a:r>
          </a:p>
          <a:p>
            <a:r>
              <a:rPr lang="en-US" dirty="0" smtClean="0"/>
              <a:t>Output: 20</a:t>
            </a:r>
          </a:p>
          <a:p>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A23C1B03-0993-4B56-8AC7-1F376C495DCC}" type="slidenum">
              <a:rPr lang="en-US" smtClean="0"/>
              <a:pPr/>
              <a:t>41</a:t>
            </a:fld>
            <a:endParaRPr lang="en-US"/>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Numbers </a:t>
            </a:r>
            <a:r>
              <a:rPr lang="en-US" b="1" dirty="0" err="1" smtClean="0"/>
              <a:t>Datatype</a:t>
            </a:r>
            <a:r>
              <a:rPr lang="en-US" b="1" dirty="0" smtClean="0"/>
              <a:t>…</a:t>
            </a:r>
            <a:endParaRPr lang="en-US" dirty="0"/>
          </a:p>
        </p:txBody>
      </p:sp>
      <p:sp>
        <p:nvSpPr>
          <p:cNvPr id="3" name="Content Placeholder 2"/>
          <p:cNvSpPr>
            <a:spLocks noGrp="1"/>
          </p:cNvSpPr>
          <p:nvPr>
            <p:ph idx="1"/>
          </p:nvPr>
        </p:nvSpPr>
        <p:spPr/>
        <p:txBody>
          <a:bodyPr/>
          <a:lstStyle/>
          <a:p>
            <a:r>
              <a:rPr lang="en-US" b="1" u="sng" dirty="0" smtClean="0"/>
              <a:t>Float:</a:t>
            </a:r>
          </a:p>
          <a:p>
            <a:r>
              <a:rPr lang="en-US" dirty="0" smtClean="0"/>
              <a:t>Python calls any number with a decimal point a </a:t>
            </a:r>
            <a:r>
              <a:rPr lang="en-US" i="1" dirty="0" smtClean="0"/>
              <a:t>float.</a:t>
            </a:r>
            <a:endParaRPr lang="en-US" dirty="0" smtClean="0"/>
          </a:p>
          <a:p>
            <a:r>
              <a:rPr lang="en-US" dirty="0" smtClean="0"/>
              <a:t>print(0.1 + 0.1)  Output: 0.2</a:t>
            </a:r>
          </a:p>
          <a:p>
            <a:r>
              <a:rPr lang="en-US" dirty="0" smtClean="0"/>
              <a:t>print(</a:t>
            </a:r>
            <a:r>
              <a:rPr lang="en-US" b="1" dirty="0" smtClean="0"/>
              <a:t>0.2 + 0.2</a:t>
            </a:r>
            <a:r>
              <a:rPr lang="en-US" dirty="0" smtClean="0"/>
              <a:t>)  Output: 0.4</a:t>
            </a:r>
          </a:p>
          <a:p>
            <a:r>
              <a:rPr lang="en-US" dirty="0" smtClean="0"/>
              <a:t>print(</a:t>
            </a:r>
            <a:r>
              <a:rPr lang="en-US" b="1" dirty="0" smtClean="0"/>
              <a:t>2 * 0.1</a:t>
            </a:r>
            <a:r>
              <a:rPr lang="en-US" dirty="0" smtClean="0"/>
              <a:t>)  Output: 0.2</a:t>
            </a:r>
          </a:p>
          <a:p>
            <a:r>
              <a:rPr lang="en-US" dirty="0" smtClean="0"/>
              <a:t> print(</a:t>
            </a:r>
            <a:r>
              <a:rPr lang="en-US" b="1" dirty="0" smtClean="0"/>
              <a:t>2 * 0.2</a:t>
            </a:r>
            <a:r>
              <a:rPr lang="en-US" dirty="0" smtClean="0"/>
              <a:t>)  Output: 0.4</a:t>
            </a:r>
          </a:p>
          <a:p>
            <a:endParaRPr lang="en-US" dirty="0"/>
          </a:p>
        </p:txBody>
      </p:sp>
      <p:sp>
        <p:nvSpPr>
          <p:cNvPr id="4" name="Slide Number Placeholder 3"/>
          <p:cNvSpPr>
            <a:spLocks noGrp="1"/>
          </p:cNvSpPr>
          <p:nvPr>
            <p:ph type="sldNum" sz="quarter" idx="10"/>
          </p:nvPr>
        </p:nvSpPr>
        <p:spPr/>
        <p:txBody>
          <a:bodyPr/>
          <a:lstStyle/>
          <a:p>
            <a:fld id="{A23C1B03-0993-4B56-8AC7-1F376C495DCC}" type="slidenum">
              <a:rPr lang="en-US" smtClean="0"/>
              <a:pPr/>
              <a:t>42</a:t>
            </a:fld>
            <a:endParaRPr lang="en-US"/>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i="1" dirty="0" smtClean="0"/>
              <a:t>Avoiding Type Errors with the </a:t>
            </a:r>
            <a:r>
              <a:rPr lang="en-US" sz="3200" b="1" i="1" dirty="0" err="1" smtClean="0"/>
              <a:t>str</a:t>
            </a:r>
            <a:r>
              <a:rPr lang="en-US" sz="3200" b="1" i="1" dirty="0" smtClean="0"/>
              <a:t>() Function</a:t>
            </a:r>
            <a:endParaRPr lang="en-US" sz="3200" dirty="0"/>
          </a:p>
        </p:txBody>
      </p:sp>
      <p:sp>
        <p:nvSpPr>
          <p:cNvPr id="3" name="Content Placeholder 2"/>
          <p:cNvSpPr>
            <a:spLocks noGrp="1"/>
          </p:cNvSpPr>
          <p:nvPr>
            <p:ph idx="1"/>
          </p:nvPr>
        </p:nvSpPr>
        <p:spPr/>
        <p:txBody>
          <a:bodyPr/>
          <a:lstStyle/>
          <a:p>
            <a:r>
              <a:rPr lang="en-US" dirty="0" smtClean="0"/>
              <a:t>age = 23						         message = "Happy " + age + "rd Birthday!”	 print(message)</a:t>
            </a:r>
          </a:p>
          <a:p>
            <a:r>
              <a:rPr lang="en-US" dirty="0" smtClean="0"/>
              <a:t>You might expect this code to print the simple birthday greeting, Happy 23rd birthday! But if you run this code, you’ll see that it generates an error:</a:t>
            </a:r>
          </a:p>
          <a:p>
            <a:r>
              <a:rPr lang="en-US" dirty="0" err="1" smtClean="0"/>
              <a:t>Traceback</a:t>
            </a:r>
            <a:r>
              <a:rPr lang="en-US" dirty="0" smtClean="0"/>
              <a:t> (most recent call last):    		                 	File "birthday.py", line 2, in &lt;module&gt;	message = "Happy " + age + "rd Birthday!“	</a:t>
            </a:r>
            <a:r>
              <a:rPr lang="en-US" dirty="0" err="1" smtClean="0"/>
              <a:t>TypeError</a:t>
            </a:r>
            <a:r>
              <a:rPr lang="en-US" dirty="0" smtClean="0"/>
              <a:t>: Can't convert '</a:t>
            </a:r>
            <a:r>
              <a:rPr lang="en-US" dirty="0" err="1" smtClean="0"/>
              <a:t>int</a:t>
            </a:r>
            <a:r>
              <a:rPr lang="en-US" dirty="0" smtClean="0"/>
              <a:t>' object to </a:t>
            </a:r>
            <a:r>
              <a:rPr lang="en-US" dirty="0" err="1" smtClean="0"/>
              <a:t>str</a:t>
            </a:r>
            <a:r>
              <a:rPr lang="en-US" dirty="0" smtClean="0"/>
              <a:t> implicitly</a:t>
            </a:r>
            <a:endParaRPr lang="en-US" dirty="0"/>
          </a:p>
        </p:txBody>
      </p:sp>
      <p:sp>
        <p:nvSpPr>
          <p:cNvPr id="4" name="Slide Number Placeholder 3"/>
          <p:cNvSpPr>
            <a:spLocks noGrp="1"/>
          </p:cNvSpPr>
          <p:nvPr>
            <p:ph type="sldNum" sz="quarter" idx="10"/>
          </p:nvPr>
        </p:nvSpPr>
        <p:spPr/>
        <p:txBody>
          <a:bodyPr/>
          <a:lstStyle/>
          <a:p>
            <a:fld id="{A23C1B03-0993-4B56-8AC7-1F376C495DCC}" type="slidenum">
              <a:rPr lang="en-US" smtClean="0"/>
              <a:pPr/>
              <a:t>43</a:t>
            </a:fld>
            <a:endParaRPr lang="en-US"/>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i="1" dirty="0" smtClean="0"/>
              <a:t>Avoiding Type Errors with the </a:t>
            </a:r>
            <a:r>
              <a:rPr lang="en-US" sz="3200" b="1" i="1" dirty="0" err="1" smtClean="0"/>
              <a:t>str</a:t>
            </a:r>
            <a:r>
              <a:rPr lang="en-US" sz="3200" b="1" i="1" dirty="0" smtClean="0"/>
              <a:t>() Function</a:t>
            </a:r>
            <a:endParaRPr lang="en-US" sz="3200" dirty="0"/>
          </a:p>
        </p:txBody>
      </p:sp>
      <p:sp>
        <p:nvSpPr>
          <p:cNvPr id="3" name="Content Placeholder 2"/>
          <p:cNvSpPr>
            <a:spLocks noGrp="1"/>
          </p:cNvSpPr>
          <p:nvPr>
            <p:ph idx="1"/>
          </p:nvPr>
        </p:nvSpPr>
        <p:spPr/>
        <p:txBody>
          <a:bodyPr/>
          <a:lstStyle/>
          <a:p>
            <a:r>
              <a:rPr lang="en-US" dirty="0" smtClean="0"/>
              <a:t>This is a </a:t>
            </a:r>
            <a:r>
              <a:rPr lang="en-US" i="1" dirty="0" smtClean="0"/>
              <a:t>type error. </a:t>
            </a:r>
            <a:r>
              <a:rPr lang="en-US" dirty="0" smtClean="0"/>
              <a:t>It means Python can’t recognize the kind of information you’re using.</a:t>
            </a:r>
          </a:p>
          <a:p>
            <a:r>
              <a:rPr lang="en-US" dirty="0" smtClean="0"/>
              <a:t>In this example Python sees at that you’re using a variable that has an integer value (</a:t>
            </a:r>
            <a:r>
              <a:rPr lang="en-US" dirty="0" err="1" smtClean="0"/>
              <a:t>int</a:t>
            </a:r>
            <a:r>
              <a:rPr lang="en-US" dirty="0" smtClean="0"/>
              <a:t>), but it’s not sure how to interpret that value.</a:t>
            </a:r>
          </a:p>
          <a:p>
            <a:r>
              <a:rPr lang="en-US" dirty="0" smtClean="0"/>
              <a:t>You can do this by wrapping the variable in the </a:t>
            </a:r>
            <a:r>
              <a:rPr lang="en-US" dirty="0" err="1" smtClean="0"/>
              <a:t>str</a:t>
            </a:r>
            <a:r>
              <a:rPr lang="en-US" dirty="0" smtClean="0"/>
              <a:t>() function, which tells Python to represent non-string values as strings:</a:t>
            </a:r>
          </a:p>
          <a:p>
            <a:r>
              <a:rPr lang="en-US" dirty="0" smtClean="0"/>
              <a:t>age = 23						         message = "Happy " + </a:t>
            </a:r>
            <a:r>
              <a:rPr lang="en-US" dirty="0" err="1" smtClean="0"/>
              <a:t>str</a:t>
            </a:r>
            <a:r>
              <a:rPr lang="en-US" dirty="0" smtClean="0"/>
              <a:t>(age) + "rd Birthday!” print(message)</a:t>
            </a:r>
            <a:endParaRPr lang="en-US" dirty="0"/>
          </a:p>
        </p:txBody>
      </p:sp>
      <p:sp>
        <p:nvSpPr>
          <p:cNvPr id="4" name="Slide Number Placeholder 3"/>
          <p:cNvSpPr>
            <a:spLocks noGrp="1"/>
          </p:cNvSpPr>
          <p:nvPr>
            <p:ph type="sldNum" sz="quarter" idx="10"/>
          </p:nvPr>
        </p:nvSpPr>
        <p:spPr/>
        <p:txBody>
          <a:bodyPr/>
          <a:lstStyle/>
          <a:p>
            <a:fld id="{A23C1B03-0993-4B56-8AC7-1F376C495DCC}" type="slidenum">
              <a:rPr lang="en-US" smtClean="0"/>
              <a:pPr/>
              <a:t>44</a:t>
            </a:fld>
            <a:endParaRPr lang="en-US"/>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i="1" dirty="0" smtClean="0"/>
              <a:t>Avoiding Type Errors with the </a:t>
            </a:r>
            <a:r>
              <a:rPr lang="en-US" sz="3200" b="1" i="1" dirty="0" err="1" smtClean="0"/>
              <a:t>str</a:t>
            </a:r>
            <a:r>
              <a:rPr lang="en-US" sz="3200" b="1" i="1" dirty="0" smtClean="0"/>
              <a:t>() Function</a:t>
            </a:r>
            <a:endParaRPr lang="en-US" sz="3200" dirty="0"/>
          </a:p>
        </p:txBody>
      </p:sp>
      <p:sp>
        <p:nvSpPr>
          <p:cNvPr id="3" name="Content Placeholder 2"/>
          <p:cNvSpPr>
            <a:spLocks noGrp="1"/>
          </p:cNvSpPr>
          <p:nvPr>
            <p:ph idx="1"/>
          </p:nvPr>
        </p:nvSpPr>
        <p:spPr/>
        <p:txBody>
          <a:bodyPr/>
          <a:lstStyle/>
          <a:p>
            <a:r>
              <a:rPr lang="en-US" b="1" dirty="0" smtClean="0"/>
              <a:t>Output:</a:t>
            </a:r>
            <a:r>
              <a:rPr lang="en-US" dirty="0" smtClean="0"/>
              <a:t> Happy 23rd Birthday!</a:t>
            </a:r>
          </a:p>
          <a:p>
            <a:r>
              <a:rPr lang="en-US" dirty="0" smtClean="0"/>
              <a:t>num = 10     					         print(num)</a:t>
            </a:r>
          </a:p>
          <a:p>
            <a:r>
              <a:rPr lang="en-US" b="1" dirty="0" smtClean="0"/>
              <a:t>Output:</a:t>
            </a:r>
            <a:r>
              <a:rPr lang="en-US" dirty="0" smtClean="0"/>
              <a:t> 10</a:t>
            </a:r>
          </a:p>
          <a:p>
            <a:pPr>
              <a:buNone/>
            </a:pPr>
            <a:r>
              <a:rPr lang="en-US" b="1" u="sng" dirty="0" smtClean="0"/>
              <a:t>Number Type Conversion</a:t>
            </a:r>
          </a:p>
          <a:p>
            <a:r>
              <a:rPr lang="en-US" dirty="0" smtClean="0"/>
              <a:t>Python converts numbers internally in an expression containing mixed types to a common type for evaluation.</a:t>
            </a:r>
          </a:p>
          <a:p>
            <a:endParaRPr lang="en-US" b="1" u="sng" dirty="0" smtClean="0"/>
          </a:p>
          <a:p>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A23C1B03-0993-4B56-8AC7-1F376C495DCC}" type="slidenum">
              <a:rPr lang="en-US" smtClean="0"/>
              <a:pPr/>
              <a:t>45</a:t>
            </a:fld>
            <a:endParaRPr lang="en-US"/>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Numerical </a:t>
            </a:r>
            <a:r>
              <a:rPr lang="en-US" b="1" dirty="0" err="1" smtClean="0"/>
              <a:t>Datatype</a:t>
            </a:r>
            <a:r>
              <a:rPr lang="en-US" b="1" dirty="0" smtClean="0"/>
              <a:t> in Python</a:t>
            </a:r>
            <a:endParaRPr lang="en-US" dirty="0"/>
          </a:p>
        </p:txBody>
      </p:sp>
      <p:sp>
        <p:nvSpPr>
          <p:cNvPr id="3" name="Content Placeholder 2"/>
          <p:cNvSpPr>
            <a:spLocks noGrp="1"/>
          </p:cNvSpPr>
          <p:nvPr>
            <p:ph idx="1"/>
          </p:nvPr>
        </p:nvSpPr>
        <p:spPr/>
        <p:txBody>
          <a:bodyPr/>
          <a:lstStyle/>
          <a:p>
            <a:r>
              <a:rPr lang="en-US" dirty="0" smtClean="0"/>
              <a:t>Python supports four different numerical types −</a:t>
            </a:r>
          </a:p>
          <a:p>
            <a:endParaRPr lang="en-US" dirty="0" smtClean="0"/>
          </a:p>
          <a:p>
            <a:r>
              <a:rPr lang="en-US" b="1" dirty="0" err="1" smtClean="0"/>
              <a:t>int</a:t>
            </a:r>
            <a:r>
              <a:rPr lang="en-US" b="1" dirty="0" smtClean="0"/>
              <a:t> (signed integers)</a:t>
            </a:r>
            <a:r>
              <a:rPr lang="en-US" dirty="0" smtClean="0"/>
              <a:t>: They are often called just integers or </a:t>
            </a:r>
            <a:r>
              <a:rPr lang="en-US" dirty="0" err="1" smtClean="0"/>
              <a:t>ints</a:t>
            </a:r>
            <a:r>
              <a:rPr lang="en-US" dirty="0" smtClean="0"/>
              <a:t>, are positive or negative whole numbers with no decimal point. </a:t>
            </a:r>
          </a:p>
          <a:p>
            <a:endParaRPr lang="en-US" dirty="0" smtClean="0"/>
          </a:p>
          <a:p>
            <a:r>
              <a:rPr lang="en-US" b="1" dirty="0" smtClean="0"/>
              <a:t>long (long integers )</a:t>
            </a:r>
            <a:r>
              <a:rPr lang="en-US" dirty="0" smtClean="0"/>
              <a:t>: Also called longs, they are integers of unlimited size, written like integers and followed by an uppercase or lowercase L.</a:t>
            </a:r>
          </a:p>
          <a:p>
            <a:endParaRPr lang="en-US" dirty="0"/>
          </a:p>
        </p:txBody>
      </p:sp>
      <p:sp>
        <p:nvSpPr>
          <p:cNvPr id="4" name="Slide Number Placeholder 3"/>
          <p:cNvSpPr>
            <a:spLocks noGrp="1"/>
          </p:cNvSpPr>
          <p:nvPr>
            <p:ph type="sldNum" sz="quarter" idx="10"/>
          </p:nvPr>
        </p:nvSpPr>
        <p:spPr/>
        <p:txBody>
          <a:bodyPr/>
          <a:lstStyle/>
          <a:p>
            <a:fld id="{A23C1B03-0993-4B56-8AC7-1F376C495DCC}" type="slidenum">
              <a:rPr lang="en-US" smtClean="0"/>
              <a:pPr/>
              <a:t>46</a:t>
            </a:fld>
            <a:endParaRPr lang="en-US"/>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Numerical </a:t>
            </a:r>
            <a:r>
              <a:rPr lang="en-US" b="1" dirty="0" err="1" smtClean="0"/>
              <a:t>Datatype</a:t>
            </a:r>
            <a:r>
              <a:rPr lang="en-US" b="1" dirty="0" smtClean="0"/>
              <a:t> in Python</a:t>
            </a:r>
            <a:endParaRPr lang="en-US" dirty="0"/>
          </a:p>
        </p:txBody>
      </p:sp>
      <p:sp>
        <p:nvSpPr>
          <p:cNvPr id="3" name="Content Placeholder 2"/>
          <p:cNvSpPr>
            <a:spLocks noGrp="1"/>
          </p:cNvSpPr>
          <p:nvPr>
            <p:ph idx="1"/>
          </p:nvPr>
        </p:nvSpPr>
        <p:spPr/>
        <p:txBody>
          <a:bodyPr/>
          <a:lstStyle/>
          <a:p>
            <a:r>
              <a:rPr lang="en-US" b="1" dirty="0" smtClean="0"/>
              <a:t>float (floating point real values)</a:t>
            </a:r>
            <a:r>
              <a:rPr lang="en-US" dirty="0" smtClean="0"/>
              <a:t> : Also called floats, they represent real numbers and are written with a decimal point dividing the integer and fractional parts. Floats may also be in scientific notation, with E or e indicating the power of 10 (2.5e2 = 2.5 x 10</a:t>
            </a:r>
            <a:r>
              <a:rPr lang="en-US" baseline="30000" dirty="0" smtClean="0"/>
              <a:t>2</a:t>
            </a:r>
            <a:r>
              <a:rPr lang="en-US" dirty="0" smtClean="0"/>
              <a:t> = 250). </a:t>
            </a:r>
          </a:p>
          <a:p>
            <a:r>
              <a:rPr lang="en-US" b="1" dirty="0" smtClean="0"/>
              <a:t>complex (complex numbers)</a:t>
            </a:r>
            <a:r>
              <a:rPr lang="en-US" dirty="0" smtClean="0"/>
              <a:t> : are of the form a + </a:t>
            </a:r>
            <a:r>
              <a:rPr lang="en-US" dirty="0" err="1" smtClean="0"/>
              <a:t>bJ</a:t>
            </a:r>
            <a:r>
              <a:rPr lang="en-US" dirty="0" smtClean="0"/>
              <a:t>, where a and b are floats and J (or j) represents the square root of -1 (which is an imaginary number). The real part of the number is a, and the imaginary part is b. Complex numbers are not used much in Python programming.</a:t>
            </a:r>
          </a:p>
          <a:p>
            <a:endParaRPr lang="en-US" dirty="0"/>
          </a:p>
        </p:txBody>
      </p:sp>
      <p:sp>
        <p:nvSpPr>
          <p:cNvPr id="4" name="Slide Number Placeholder 3"/>
          <p:cNvSpPr>
            <a:spLocks noGrp="1"/>
          </p:cNvSpPr>
          <p:nvPr>
            <p:ph type="sldNum" sz="quarter" idx="10"/>
          </p:nvPr>
        </p:nvSpPr>
        <p:spPr/>
        <p:txBody>
          <a:bodyPr/>
          <a:lstStyle/>
          <a:p>
            <a:fld id="{A23C1B03-0993-4B56-8AC7-1F376C495DCC}" type="slidenum">
              <a:rPr lang="en-US" smtClean="0"/>
              <a:pPr/>
              <a:t>47</a:t>
            </a:fld>
            <a:endParaRPr lang="en-US"/>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p:cNvSpPr>
            <a:spLocks noGrp="1"/>
          </p:cNvSpPr>
          <p:nvPr>
            <p:ph type="title"/>
          </p:nvPr>
        </p:nvSpPr>
        <p:spPr/>
        <p:txBody>
          <a:bodyPr/>
          <a:lstStyle/>
          <a:p>
            <a:r>
              <a:rPr lang="en-US" sz="3600" b="1" dirty="0" smtClean="0"/>
              <a:t>Number Type Conversion</a:t>
            </a:r>
            <a:endParaRPr lang="en-US" sz="3600" b="1" dirty="0"/>
          </a:p>
        </p:txBody>
      </p:sp>
      <p:sp>
        <p:nvSpPr>
          <p:cNvPr id="23554" name="Content Placeholder 2"/>
          <p:cNvSpPr>
            <a:spLocks noGrp="1"/>
          </p:cNvSpPr>
          <p:nvPr>
            <p:ph idx="1"/>
          </p:nvPr>
        </p:nvSpPr>
        <p:spPr>
          <a:xfrm>
            <a:off x="457200" y="1371600"/>
            <a:ext cx="8574088" cy="5257800"/>
          </a:xfrm>
        </p:spPr>
        <p:txBody>
          <a:bodyPr/>
          <a:lstStyle/>
          <a:p>
            <a:r>
              <a:rPr lang="en-US" sz="2400" dirty="0" smtClean="0"/>
              <a:t>Python converts numbers internally in an expression containing mixed types to a common type for evaluation. But sometimes, you need to coerce a number explicitly from one type to another to satisfy the requirements of an operator or function parameter.</a:t>
            </a:r>
          </a:p>
          <a:p>
            <a:r>
              <a:rPr lang="en-US" sz="2400" dirty="0" smtClean="0"/>
              <a:t>Type </a:t>
            </a:r>
            <a:r>
              <a:rPr lang="en-US" sz="2400" b="1" dirty="0" err="1" smtClean="0"/>
              <a:t>int</a:t>
            </a:r>
            <a:r>
              <a:rPr lang="en-US" sz="2400" b="1" dirty="0" smtClean="0"/>
              <a:t>(x)</a:t>
            </a:r>
            <a:r>
              <a:rPr lang="en-US" sz="2400" dirty="0" smtClean="0"/>
              <a:t> to convert x to a plain integer.</a:t>
            </a:r>
          </a:p>
          <a:p>
            <a:r>
              <a:rPr lang="en-US" sz="2400" dirty="0" smtClean="0"/>
              <a:t>Type </a:t>
            </a:r>
            <a:r>
              <a:rPr lang="en-US" sz="2400" b="1" dirty="0" smtClean="0"/>
              <a:t>long(x)</a:t>
            </a:r>
            <a:r>
              <a:rPr lang="en-US" sz="2400" dirty="0" smtClean="0"/>
              <a:t> to convert x to a long integer.</a:t>
            </a:r>
          </a:p>
          <a:p>
            <a:r>
              <a:rPr lang="en-US" sz="2400" dirty="0" smtClean="0"/>
              <a:t>Type </a:t>
            </a:r>
            <a:r>
              <a:rPr lang="en-US" sz="2400" b="1" dirty="0" smtClean="0"/>
              <a:t>float(x)</a:t>
            </a:r>
            <a:r>
              <a:rPr lang="en-US" sz="2400" dirty="0" smtClean="0"/>
              <a:t> to convert x to a floating-point number.</a:t>
            </a:r>
          </a:p>
          <a:p>
            <a:r>
              <a:rPr lang="en-US" sz="2400" dirty="0" smtClean="0"/>
              <a:t>one = </a:t>
            </a:r>
            <a:r>
              <a:rPr lang="en-US" sz="2400" b="1" dirty="0" smtClean="0"/>
              <a:t>"1"</a:t>
            </a:r>
            <a:br>
              <a:rPr lang="en-US" sz="2400" b="1" dirty="0" smtClean="0"/>
            </a:br>
            <a:r>
              <a:rPr lang="en-US" sz="2400" dirty="0" smtClean="0"/>
              <a:t>two = </a:t>
            </a:r>
            <a:r>
              <a:rPr lang="en-US" sz="2400" b="1" dirty="0" smtClean="0"/>
              <a:t>"2“</a:t>
            </a:r>
            <a:br>
              <a:rPr lang="en-US" sz="2400" b="1" dirty="0" smtClean="0"/>
            </a:br>
            <a:r>
              <a:rPr lang="en-US" sz="2400" dirty="0" smtClean="0"/>
              <a:t>print(one + two) 			Output: 12</a:t>
            </a:r>
            <a:br>
              <a:rPr lang="en-US" sz="2400" dirty="0" smtClean="0"/>
            </a:br>
            <a:r>
              <a:rPr lang="en-US" sz="2400" dirty="0" smtClean="0"/>
              <a:t>print(</a:t>
            </a:r>
            <a:r>
              <a:rPr lang="en-US" sz="2400" dirty="0" err="1" smtClean="0"/>
              <a:t>int</a:t>
            </a:r>
            <a:r>
              <a:rPr lang="en-US" sz="2400" dirty="0" smtClean="0"/>
              <a:t>(one) + </a:t>
            </a:r>
            <a:r>
              <a:rPr lang="en-US" sz="2400" dirty="0" err="1" smtClean="0"/>
              <a:t>int</a:t>
            </a:r>
            <a:r>
              <a:rPr lang="en-US" sz="2400" dirty="0" smtClean="0"/>
              <a:t>(two))		Output: 3	      print(</a:t>
            </a:r>
            <a:r>
              <a:rPr lang="en-US" sz="2400" dirty="0" err="1" smtClean="0"/>
              <a:t>int</a:t>
            </a:r>
            <a:r>
              <a:rPr lang="en-US" sz="2400" dirty="0" smtClean="0"/>
              <a:t>(one) + float(two))		Output: 3.0</a:t>
            </a:r>
          </a:p>
          <a:p>
            <a:endParaRPr lang="en-US" sz="2400" dirty="0" smtClean="0"/>
          </a:p>
          <a:p>
            <a:pPr>
              <a:buNone/>
            </a:pPr>
            <a:r>
              <a:rPr lang="en-US" sz="2400" dirty="0" smtClean="0"/>
              <a:t>	</a:t>
            </a:r>
          </a:p>
          <a:p>
            <a:endParaRPr lang="en-US" sz="2400" dirty="0" smtClean="0"/>
          </a:p>
          <a:p>
            <a:pPr eaLnBrk="1" hangingPunct="1">
              <a:spcBef>
                <a:spcPts val="600"/>
              </a:spcBef>
              <a:buClr>
                <a:srgbClr val="0073D9"/>
              </a:buClr>
              <a:buSzPct val="100000"/>
              <a:buFont typeface="Wingdings" pitchFamily="2" charset="2"/>
              <a:buChar char=""/>
            </a:pPr>
            <a:endParaRPr lang="en-US" sz="2400" dirty="0" smtClean="0">
              <a:solidFill>
                <a:srgbClr val="000000"/>
              </a:solidFill>
            </a:endParaRPr>
          </a:p>
        </p:txBody>
      </p:sp>
      <p:sp>
        <p:nvSpPr>
          <p:cNvPr id="23555" name="Slide Number Placeholder 3"/>
          <p:cNvSpPr>
            <a:spLocks noGrp="1"/>
          </p:cNvSpPr>
          <p:nvPr>
            <p:ph type="sldNum" sz="quarter" idx="10"/>
          </p:nvPr>
        </p:nvSpPr>
        <p:spPr>
          <a:noFill/>
        </p:spPr>
        <p:txBody>
          <a:bodyPr/>
          <a:lstStyle/>
          <a:p>
            <a:fld id="{41F66EED-50DF-470C-AA09-E0C4CA8DC8B2}" type="slidenum">
              <a:rPr lang="en-US"/>
              <a:pPr/>
              <a:t>48</a:t>
            </a:fld>
            <a:endParaRPr lang="en-US"/>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1"/>
          <p:cNvSpPr>
            <a:spLocks noGrp="1"/>
          </p:cNvSpPr>
          <p:nvPr>
            <p:ph type="title"/>
          </p:nvPr>
        </p:nvSpPr>
        <p:spPr/>
        <p:txBody>
          <a:bodyPr/>
          <a:lstStyle/>
          <a:p>
            <a:r>
              <a:rPr lang="en-US" sz="3200" b="1" dirty="0" err="1" smtClean="0"/>
              <a:t>Classwork</a:t>
            </a:r>
            <a:r>
              <a:rPr lang="en-US" sz="3200" b="1" dirty="0" smtClean="0"/>
              <a:t> Task – Try It Yourself </a:t>
            </a:r>
            <a:endParaRPr lang="en-US" sz="3200" dirty="0" smtClean="0"/>
          </a:p>
        </p:txBody>
      </p:sp>
      <p:sp>
        <p:nvSpPr>
          <p:cNvPr id="21506" name="Content Placeholder 2"/>
          <p:cNvSpPr>
            <a:spLocks noGrp="1"/>
          </p:cNvSpPr>
          <p:nvPr>
            <p:ph idx="1"/>
          </p:nvPr>
        </p:nvSpPr>
        <p:spPr/>
        <p:txBody>
          <a:bodyPr/>
          <a:lstStyle/>
          <a:p>
            <a:r>
              <a:rPr lang="en-US" sz="3200" b="1" u="sng" dirty="0" smtClean="0"/>
              <a:t>Task # 8:</a:t>
            </a:r>
          </a:p>
          <a:p>
            <a:pPr lvl="1"/>
            <a:r>
              <a:rPr lang="en-US" b="1" dirty="0" smtClean="0"/>
              <a:t>Number Eight:</a:t>
            </a:r>
            <a:r>
              <a:rPr lang="en-US" dirty="0" smtClean="0"/>
              <a:t> Write addition, subtraction, multiplication, and division operations that each result in the number </a:t>
            </a:r>
            <a:r>
              <a:rPr lang="en-US" b="1" dirty="0" smtClean="0"/>
              <a:t>8</a:t>
            </a:r>
            <a:r>
              <a:rPr lang="en-US" dirty="0" smtClean="0"/>
              <a:t>. Be sure to enclose your operations in print statements to see the results. Your output should simply be four lines with the number 8 appearing once on each line.</a:t>
            </a:r>
          </a:p>
          <a:p>
            <a:r>
              <a:rPr lang="en-US" sz="3200" b="1" u="sng" dirty="0" smtClean="0"/>
              <a:t>Task # 9:</a:t>
            </a:r>
          </a:p>
          <a:p>
            <a:pPr lvl="1"/>
            <a:r>
              <a:rPr lang="en-US" b="1" dirty="0" smtClean="0"/>
              <a:t>Favorite Number:</a:t>
            </a:r>
            <a:r>
              <a:rPr lang="en-US" dirty="0" smtClean="0"/>
              <a:t> Store your favorite number in a variable. Then, using that variable, create a message that reveals your favorite number. Print that message.</a:t>
            </a:r>
            <a:endParaRPr lang="en-US" sz="9200" dirty="0" smtClean="0"/>
          </a:p>
        </p:txBody>
      </p:sp>
      <p:sp>
        <p:nvSpPr>
          <p:cNvPr id="21507" name="Slide Number Placeholder 3"/>
          <p:cNvSpPr>
            <a:spLocks noGrp="1"/>
          </p:cNvSpPr>
          <p:nvPr>
            <p:ph type="sldNum" sz="quarter" idx="10"/>
          </p:nvPr>
        </p:nvSpPr>
        <p:spPr>
          <a:noFill/>
        </p:spPr>
        <p:txBody>
          <a:bodyPr/>
          <a:lstStyle/>
          <a:p>
            <a:fld id="{F385FAB4-8380-4E3E-A425-384A999DE291}" type="slidenum">
              <a:rPr lang="en-US"/>
              <a:pPr/>
              <a:t>49</a:t>
            </a:fld>
            <a:endParaRPr lang="en-US"/>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User Input</a:t>
            </a:r>
            <a:endParaRPr lang="en-US" dirty="0"/>
          </a:p>
        </p:txBody>
      </p:sp>
      <p:sp>
        <p:nvSpPr>
          <p:cNvPr id="3" name="Content Placeholder 2"/>
          <p:cNvSpPr>
            <a:spLocks noGrp="1"/>
          </p:cNvSpPr>
          <p:nvPr>
            <p:ph idx="1"/>
          </p:nvPr>
        </p:nvSpPr>
        <p:spPr/>
        <p:txBody>
          <a:bodyPr/>
          <a:lstStyle/>
          <a:p>
            <a:r>
              <a:rPr lang="en-US" sz="2400" dirty="0" smtClean="0"/>
              <a:t>The input() function pauses your program and waits for the user to enter some text.</a:t>
            </a:r>
          </a:p>
          <a:p>
            <a:r>
              <a:rPr lang="en-US" sz="2400" dirty="0" smtClean="0"/>
              <a:t>Once Python receives the user’s input, it stores it in a variable to make it convenient for you to work with.</a:t>
            </a:r>
          </a:p>
          <a:p>
            <a:r>
              <a:rPr lang="en-US" sz="2400" dirty="0" smtClean="0"/>
              <a:t>For example, the following program asks the user to enter some text, then displays that message back to the user:</a:t>
            </a:r>
          </a:p>
          <a:p>
            <a:endParaRPr lang="en-US" sz="2400" dirty="0" smtClean="0"/>
          </a:p>
          <a:p>
            <a:r>
              <a:rPr lang="en-US" sz="2000" dirty="0" smtClean="0"/>
              <a:t>message = input("Tell me something, and I will repeat it back to you: “) </a:t>
            </a:r>
            <a:r>
              <a:rPr lang="en-US" sz="2400" dirty="0" smtClean="0"/>
              <a:t>print(message)</a:t>
            </a:r>
          </a:p>
          <a:p>
            <a:pPr>
              <a:buNone/>
            </a:pPr>
            <a:endParaRPr lang="en-US" sz="2400" dirty="0" smtClean="0"/>
          </a:p>
          <a:p>
            <a:r>
              <a:rPr lang="en-US" sz="2000" dirty="0" smtClean="0"/>
              <a:t>Tell me something, and I will repeat it back to you: </a:t>
            </a:r>
            <a:r>
              <a:rPr lang="en-US" sz="2000" b="1" dirty="0" smtClean="0"/>
              <a:t>Hello everyone!		 </a:t>
            </a:r>
            <a:r>
              <a:rPr lang="en-US" sz="2000" dirty="0" smtClean="0"/>
              <a:t>Hello everyone!</a:t>
            </a:r>
          </a:p>
          <a:p>
            <a:endParaRPr lang="en-US" sz="2000" dirty="0" smtClean="0"/>
          </a:p>
          <a:p>
            <a:endParaRPr lang="en-US" sz="2000" dirty="0"/>
          </a:p>
        </p:txBody>
      </p:sp>
      <p:sp>
        <p:nvSpPr>
          <p:cNvPr id="4" name="Slide Number Placeholder 3"/>
          <p:cNvSpPr>
            <a:spLocks noGrp="1"/>
          </p:cNvSpPr>
          <p:nvPr>
            <p:ph type="sldNum" sz="quarter" idx="10"/>
          </p:nvPr>
        </p:nvSpPr>
        <p:spPr/>
        <p:txBody>
          <a:bodyPr/>
          <a:lstStyle/>
          <a:p>
            <a:fld id="{A23C1B03-0993-4B56-8AC7-1F376C495DCC}" type="slidenum">
              <a:rPr lang="en-US" smtClean="0"/>
              <a:pPr/>
              <a:t>50</a:t>
            </a:fld>
            <a:endParaRPr lang="en-US"/>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Writing Clear Prompts</a:t>
            </a:r>
            <a:endParaRPr lang="en-US" dirty="0"/>
          </a:p>
        </p:txBody>
      </p:sp>
      <p:sp>
        <p:nvSpPr>
          <p:cNvPr id="3" name="Content Placeholder 2"/>
          <p:cNvSpPr>
            <a:spLocks noGrp="1"/>
          </p:cNvSpPr>
          <p:nvPr>
            <p:ph idx="1"/>
          </p:nvPr>
        </p:nvSpPr>
        <p:spPr/>
        <p:txBody>
          <a:bodyPr/>
          <a:lstStyle/>
          <a:p>
            <a:r>
              <a:rPr lang="en-US" sz="2400" dirty="0" smtClean="0"/>
              <a:t>Each time you use the input() function, you should include a clear, easy-</a:t>
            </a:r>
            <a:r>
              <a:rPr lang="en-US" sz="2400" dirty="0" err="1" smtClean="0"/>
              <a:t>tofollow</a:t>
            </a:r>
            <a:r>
              <a:rPr lang="en-US" sz="2400" dirty="0" smtClean="0"/>
              <a:t> prompt that tells the user exactly what kind of information you’re looking for. Any statement that tells the user what to enter should work. For example:</a:t>
            </a:r>
          </a:p>
          <a:p>
            <a:r>
              <a:rPr lang="en-US" sz="2400" dirty="0" smtClean="0"/>
              <a:t>name = input("Please enter your name: “)		</a:t>
            </a:r>
            <a:r>
              <a:rPr lang="en-US" sz="2400" smtClean="0"/>
              <a:t> 	 print</a:t>
            </a:r>
            <a:r>
              <a:rPr lang="en-US" sz="2400" dirty="0" smtClean="0"/>
              <a:t>("Hello, " + name + "!")</a:t>
            </a:r>
          </a:p>
          <a:p>
            <a:r>
              <a:rPr lang="en-US" sz="2400" dirty="0" smtClean="0"/>
              <a:t>It is better to add a space at the end of your prompts (after the colon in the preceding example) to separate the prompt from the user’s response and to make it clear to your user where to enter their text. For example:</a:t>
            </a:r>
          </a:p>
          <a:p>
            <a:r>
              <a:rPr lang="en-US" sz="2400" dirty="0" smtClean="0"/>
              <a:t>Please enter your name: </a:t>
            </a:r>
            <a:r>
              <a:rPr lang="en-US" sz="2400" b="1" dirty="0" smtClean="0"/>
              <a:t>Eric					 </a:t>
            </a:r>
            <a:r>
              <a:rPr lang="en-US" sz="2400" dirty="0" smtClean="0"/>
              <a:t>Hello, Eric!</a:t>
            </a:r>
            <a:endParaRPr lang="en-US" sz="2400" dirty="0"/>
          </a:p>
        </p:txBody>
      </p:sp>
      <p:sp>
        <p:nvSpPr>
          <p:cNvPr id="4" name="Slide Number Placeholder 3"/>
          <p:cNvSpPr>
            <a:spLocks noGrp="1"/>
          </p:cNvSpPr>
          <p:nvPr>
            <p:ph type="sldNum" sz="quarter" idx="10"/>
          </p:nvPr>
        </p:nvSpPr>
        <p:spPr/>
        <p:txBody>
          <a:bodyPr/>
          <a:lstStyle/>
          <a:p>
            <a:fld id="{A23C1B03-0993-4B56-8AC7-1F376C495DCC}" type="slidenum">
              <a:rPr lang="en-US" smtClean="0"/>
              <a:pPr/>
              <a:t>51</a:t>
            </a:fld>
            <a:endParaRPr lang="en-US"/>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Writing Clear Prompts</a:t>
            </a:r>
            <a:endParaRPr lang="en-US" dirty="0"/>
          </a:p>
        </p:txBody>
      </p:sp>
      <p:sp>
        <p:nvSpPr>
          <p:cNvPr id="3" name="Content Placeholder 2"/>
          <p:cNvSpPr>
            <a:spLocks noGrp="1"/>
          </p:cNvSpPr>
          <p:nvPr>
            <p:ph idx="1"/>
          </p:nvPr>
        </p:nvSpPr>
        <p:spPr/>
        <p:txBody>
          <a:bodyPr/>
          <a:lstStyle/>
          <a:p>
            <a:r>
              <a:rPr lang="en-US" sz="2000" dirty="0" smtClean="0"/>
              <a:t>Sometimes you’ll want to write a prompt that’s longer than one line. For example, you might want to tell the user why you’re asking for certain input.</a:t>
            </a:r>
          </a:p>
          <a:p>
            <a:r>
              <a:rPr lang="en-US" sz="2000" dirty="0" smtClean="0"/>
              <a:t>You can store your prompt in a variable and pass that variable to the input() function.</a:t>
            </a:r>
          </a:p>
          <a:p>
            <a:r>
              <a:rPr lang="en-US" sz="2000" dirty="0" smtClean="0"/>
              <a:t>This allows you to build your prompt over several lines, then write a clean input() statement.</a:t>
            </a:r>
          </a:p>
          <a:p>
            <a:endParaRPr lang="en-US" sz="2000" dirty="0" smtClean="0"/>
          </a:p>
          <a:p>
            <a:r>
              <a:rPr lang="en-US" sz="1800" dirty="0" smtClean="0"/>
              <a:t>prompt = "If you tell us who you are, we can personalize the messages you see.”	 </a:t>
            </a:r>
            <a:r>
              <a:rPr lang="en-US" sz="2000" dirty="0" smtClean="0"/>
              <a:t>prompt += "\</a:t>
            </a:r>
            <a:r>
              <a:rPr lang="en-US" sz="2000" dirty="0" err="1" smtClean="0"/>
              <a:t>nWhat</a:t>
            </a:r>
            <a:r>
              <a:rPr lang="en-US" sz="2000" dirty="0" smtClean="0"/>
              <a:t> is your first name? “			 		 name = input(prompt)						 print("\</a:t>
            </a:r>
            <a:r>
              <a:rPr lang="en-US" sz="2000" dirty="0" err="1" smtClean="0"/>
              <a:t>nHello</a:t>
            </a:r>
            <a:r>
              <a:rPr lang="en-US" sz="2000" dirty="0" smtClean="0"/>
              <a:t>, " + name + "!")</a:t>
            </a:r>
          </a:p>
          <a:p>
            <a:endParaRPr lang="en-US" sz="2000" dirty="0" smtClean="0"/>
          </a:p>
          <a:p>
            <a:r>
              <a:rPr lang="en-US" sz="2000" dirty="0" smtClean="0"/>
              <a:t>If you tell us who you are, we can personalize the messages you see.		 What is your first name? </a:t>
            </a:r>
            <a:r>
              <a:rPr lang="en-US" sz="2000" b="1" dirty="0" smtClean="0"/>
              <a:t>Eric						 </a:t>
            </a:r>
            <a:r>
              <a:rPr lang="en-US" sz="2000" dirty="0" smtClean="0"/>
              <a:t>Hello, Eric!</a:t>
            </a:r>
            <a:endParaRPr lang="en-US" sz="2000" dirty="0"/>
          </a:p>
        </p:txBody>
      </p:sp>
      <p:sp>
        <p:nvSpPr>
          <p:cNvPr id="4" name="Slide Number Placeholder 3"/>
          <p:cNvSpPr>
            <a:spLocks noGrp="1"/>
          </p:cNvSpPr>
          <p:nvPr>
            <p:ph type="sldNum" sz="quarter" idx="10"/>
          </p:nvPr>
        </p:nvSpPr>
        <p:spPr/>
        <p:txBody>
          <a:bodyPr/>
          <a:lstStyle/>
          <a:p>
            <a:fld id="{A23C1B03-0993-4B56-8AC7-1F376C495DCC}" type="slidenum">
              <a:rPr lang="en-US" smtClean="0"/>
              <a:pPr/>
              <a:t>52</a:t>
            </a:fld>
            <a:endParaRPr lang="en-US"/>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i="1" dirty="0" smtClean="0"/>
              <a:t>Using </a:t>
            </a:r>
            <a:r>
              <a:rPr lang="en-US" sz="3600" b="1" i="1" dirty="0" err="1" smtClean="0"/>
              <a:t>int</a:t>
            </a:r>
            <a:r>
              <a:rPr lang="en-US" sz="3600" b="1" i="1" dirty="0" smtClean="0"/>
              <a:t>() to Accept Numerical Input</a:t>
            </a:r>
            <a:endParaRPr lang="en-US" sz="3600" dirty="0"/>
          </a:p>
        </p:txBody>
      </p:sp>
      <p:sp>
        <p:nvSpPr>
          <p:cNvPr id="3" name="Content Placeholder 2"/>
          <p:cNvSpPr>
            <a:spLocks noGrp="1"/>
          </p:cNvSpPr>
          <p:nvPr>
            <p:ph idx="1"/>
          </p:nvPr>
        </p:nvSpPr>
        <p:spPr/>
        <p:txBody>
          <a:bodyPr/>
          <a:lstStyle/>
          <a:p>
            <a:r>
              <a:rPr lang="en-US" dirty="0" smtClean="0"/>
              <a:t>When you use the input() function, Python interprets everything the user enters as a </a:t>
            </a:r>
            <a:r>
              <a:rPr lang="en-US" b="1" u="sng" dirty="0" smtClean="0"/>
              <a:t>string</a:t>
            </a:r>
            <a:r>
              <a:rPr lang="en-US" dirty="0" smtClean="0"/>
              <a:t>. </a:t>
            </a:r>
          </a:p>
          <a:p>
            <a:r>
              <a:rPr lang="en-US" dirty="0" smtClean="0"/>
              <a:t>Consider the following interpreter session, which asks for the user’s age:</a:t>
            </a:r>
          </a:p>
          <a:p>
            <a:r>
              <a:rPr lang="en-US" dirty="0" smtClean="0"/>
              <a:t>age = input("How old are you? ")				 How old are you? 21					 print(“Your Age is “ + age)</a:t>
            </a:r>
          </a:p>
          <a:p>
            <a:r>
              <a:rPr lang="en-US" dirty="0" smtClean="0"/>
              <a:t>Your Age is 21 (21 is treated as string value)</a:t>
            </a:r>
          </a:p>
          <a:p>
            <a:r>
              <a:rPr lang="en-US" dirty="0" smtClean="0"/>
              <a:t>print(“Your Age is “ + </a:t>
            </a:r>
            <a:r>
              <a:rPr lang="en-US" dirty="0" err="1" smtClean="0"/>
              <a:t>int</a:t>
            </a:r>
            <a:r>
              <a:rPr lang="en-US" dirty="0" smtClean="0"/>
              <a:t>(age))</a:t>
            </a:r>
          </a:p>
          <a:p>
            <a:r>
              <a:rPr lang="en-US" dirty="0" smtClean="0"/>
              <a:t>Your Age is 21 (21 is now treated as numerical value)	</a:t>
            </a:r>
            <a:r>
              <a:rPr lang="en-US" b="1" dirty="0" smtClean="0"/>
              <a:t>			</a:t>
            </a:r>
          </a:p>
          <a:p>
            <a:endParaRPr lang="en-US" dirty="0"/>
          </a:p>
        </p:txBody>
      </p:sp>
      <p:sp>
        <p:nvSpPr>
          <p:cNvPr id="4" name="Slide Number Placeholder 3"/>
          <p:cNvSpPr>
            <a:spLocks noGrp="1"/>
          </p:cNvSpPr>
          <p:nvPr>
            <p:ph type="sldNum" sz="quarter" idx="10"/>
          </p:nvPr>
        </p:nvSpPr>
        <p:spPr/>
        <p:txBody>
          <a:bodyPr/>
          <a:lstStyle/>
          <a:p>
            <a:fld id="{A23C1B03-0993-4B56-8AC7-1F376C495DCC}" type="slidenum">
              <a:rPr lang="en-US" smtClean="0"/>
              <a:pPr/>
              <a:t>53</a:t>
            </a:fld>
            <a:endParaRPr lang="en-US"/>
          </a:p>
        </p:txBody>
      </p:sp>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WASPOLLED" val="21DA32E7339E4201ADD21E4FFF7577A6"/>
  <p:tag name="TPVERSION" val="5"/>
  <p:tag name="TPFULLVERSION" val="5.2.0.3121"/>
  <p:tag name="PPTVERSION" val="14"/>
  <p:tag name="TPOS" val="2"/>
</p:tagLst>
</file>

<file path=ppt/theme/theme1.xml><?xml version="1.0" encoding="utf-8"?>
<a:theme xmlns:a="http://schemas.openxmlformats.org/drawingml/2006/main" name="prolog">
  <a:themeElements>
    <a:clrScheme name="">
      <a:dk1>
        <a:srgbClr val="000000"/>
      </a:dk1>
      <a:lt1>
        <a:srgbClr val="FFFFFF"/>
      </a:lt1>
      <a:dk2>
        <a:srgbClr val="FF0000"/>
      </a:dk2>
      <a:lt2>
        <a:srgbClr val="804000"/>
      </a:lt2>
      <a:accent1>
        <a:srgbClr val="007F00"/>
      </a:accent1>
      <a:accent2>
        <a:srgbClr val="3300FF"/>
      </a:accent2>
      <a:accent3>
        <a:srgbClr val="FFFFFF"/>
      </a:accent3>
      <a:accent4>
        <a:srgbClr val="000000"/>
      </a:accent4>
      <a:accent5>
        <a:srgbClr val="AAC0AA"/>
      </a:accent5>
      <a:accent6>
        <a:srgbClr val="2D00E7"/>
      </a:accent6>
      <a:hlink>
        <a:srgbClr val="BF00FF"/>
      </a:hlink>
      <a:folHlink>
        <a:srgbClr val="0073D9"/>
      </a:folHlink>
    </a:clrScheme>
    <a:fontScheme name="prolog">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charset="0"/>
          </a:defRPr>
        </a:defPPr>
      </a:lstStyle>
    </a:lnDef>
  </a:objectDefaults>
  <a:extraClrSchemeLst>
    <a:extraClrScheme>
      <a:clrScheme name="prolog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prolog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prolog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prolog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prolog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prolog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prolog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prolog 8">
        <a:dk1>
          <a:srgbClr val="000000"/>
        </a:dk1>
        <a:lt1>
          <a:srgbClr val="FFFFFF"/>
        </a:lt1>
        <a:dk2>
          <a:srgbClr val="FF0000"/>
        </a:dk2>
        <a:lt2>
          <a:srgbClr val="FF9900"/>
        </a:lt2>
        <a:accent1>
          <a:srgbClr val="009900"/>
        </a:accent1>
        <a:accent2>
          <a:srgbClr val="996633"/>
        </a:accent2>
        <a:accent3>
          <a:srgbClr val="FFFFFF"/>
        </a:accent3>
        <a:accent4>
          <a:srgbClr val="000000"/>
        </a:accent4>
        <a:accent5>
          <a:srgbClr val="AACAAA"/>
        </a:accent5>
        <a:accent6>
          <a:srgbClr val="8A5C2D"/>
        </a:accent6>
        <a:hlink>
          <a:srgbClr val="CC00FF"/>
        </a:hlink>
        <a:folHlink>
          <a:srgbClr val="3333FF"/>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Hunk:Applications:Microsoft Office 2004:Templates:My Templates:prolog.pot</Template>
  <TotalTime>3226</TotalTime>
  <Words>2719</Words>
  <Application>Microsoft Office PowerPoint</Application>
  <PresentationFormat>On-screen Show (4:3)</PresentationFormat>
  <Paragraphs>414</Paragraphs>
  <Slides>53</Slides>
  <Notes>1</Notes>
  <HiddenSlides>0</HiddenSlides>
  <MMClips>0</MMClips>
  <ScaleCrop>false</ScaleCrop>
  <HeadingPairs>
    <vt:vector size="4" baseType="variant">
      <vt:variant>
        <vt:lpstr>Theme</vt:lpstr>
      </vt:variant>
      <vt:variant>
        <vt:i4>1</vt:i4>
      </vt:variant>
      <vt:variant>
        <vt:lpstr>Slide Titles</vt:lpstr>
      </vt:variant>
      <vt:variant>
        <vt:i4>53</vt:i4>
      </vt:variant>
    </vt:vector>
  </HeadingPairs>
  <TitlesOfParts>
    <vt:vector size="54" baseType="lpstr">
      <vt:lpstr>prolog</vt:lpstr>
      <vt:lpstr>Internet Of Things – Python Programming</vt:lpstr>
      <vt:lpstr>Variables in Python</vt:lpstr>
      <vt:lpstr>Variables in Python</vt:lpstr>
      <vt:lpstr>Rules for Naming &amp; Using Variables</vt:lpstr>
      <vt:lpstr>Rules for Naming &amp; Using Variables</vt:lpstr>
      <vt:lpstr>Classwork Task – Try It Yourself </vt:lpstr>
      <vt:lpstr>Standard Data Types</vt:lpstr>
      <vt:lpstr>Strings Datatype…</vt:lpstr>
      <vt:lpstr>Changing Case in a String with Methods</vt:lpstr>
      <vt:lpstr>Changing Case in a String with Methods</vt:lpstr>
      <vt:lpstr>Changing Case in a String with Methods</vt:lpstr>
      <vt:lpstr>Combining or Concatenating Strings</vt:lpstr>
      <vt:lpstr>Combining or Concatenating Strings</vt:lpstr>
      <vt:lpstr>Adding &amp; Stripping Whitespace</vt:lpstr>
      <vt:lpstr>Stripping Whitespace</vt:lpstr>
      <vt:lpstr>Avoiding Syntax Errors with Strings</vt:lpstr>
      <vt:lpstr>Avoiding Syntax Errors with Strings</vt:lpstr>
      <vt:lpstr>Classwork Task – Try It Yourself </vt:lpstr>
      <vt:lpstr>Classwork Task – Try It Yourself </vt:lpstr>
      <vt:lpstr>Classwork Task – Try It Yourself </vt:lpstr>
      <vt:lpstr>Using Slicing to Subset String</vt:lpstr>
      <vt:lpstr>String Formatting Operator (%)</vt:lpstr>
      <vt:lpstr>Some String format symbols</vt:lpstr>
      <vt:lpstr>Built-in String Methods</vt:lpstr>
      <vt:lpstr>Built-in String Methods</vt:lpstr>
      <vt:lpstr>Built-in String Methods</vt:lpstr>
      <vt:lpstr>Built-in String Methods</vt:lpstr>
      <vt:lpstr>Built-in String Methods</vt:lpstr>
      <vt:lpstr>Built-in String Methods</vt:lpstr>
      <vt:lpstr>Built-in String Methods</vt:lpstr>
      <vt:lpstr>Built-in String Methods</vt:lpstr>
      <vt:lpstr>Built-in String Methods</vt:lpstr>
      <vt:lpstr>Built-in String Methods</vt:lpstr>
      <vt:lpstr>Built-in String Methods</vt:lpstr>
      <vt:lpstr>Built-in String Methods</vt:lpstr>
      <vt:lpstr>Built-in String Methods</vt:lpstr>
      <vt:lpstr>Built-in String Methods</vt:lpstr>
      <vt:lpstr>Built-in String Methods</vt:lpstr>
      <vt:lpstr>Some Important String Methods</vt:lpstr>
      <vt:lpstr>Numbers Datatype…</vt:lpstr>
      <vt:lpstr>Orders of Expression</vt:lpstr>
      <vt:lpstr>Numbers Datatype…</vt:lpstr>
      <vt:lpstr>Avoiding Type Errors with the str() Function</vt:lpstr>
      <vt:lpstr>Avoiding Type Errors with the str() Function</vt:lpstr>
      <vt:lpstr>Avoiding Type Errors with the str() Function</vt:lpstr>
      <vt:lpstr>Numerical Datatype in Python</vt:lpstr>
      <vt:lpstr>Numerical Datatype in Python</vt:lpstr>
      <vt:lpstr>Number Type Conversion</vt:lpstr>
      <vt:lpstr>Classwork Task – Try It Yourself </vt:lpstr>
      <vt:lpstr>User Input</vt:lpstr>
      <vt:lpstr>Writing Clear Prompts</vt:lpstr>
      <vt:lpstr>Writing Clear Prompts</vt:lpstr>
      <vt:lpstr>Using int() to Accept Numerical Input</vt:lpstr>
    </vt:vector>
  </TitlesOfParts>
  <Company>House of Chaos</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Logic</dc:title>
  <dc:creator>Dave Matuszek</dc:creator>
  <cp:lastModifiedBy>a.mian</cp:lastModifiedBy>
  <cp:revision>305</cp:revision>
  <dcterms:created xsi:type="dcterms:W3CDTF">2005-10-18T13:18:42Z</dcterms:created>
  <dcterms:modified xsi:type="dcterms:W3CDTF">2022-04-04T07:43:48Z</dcterms:modified>
</cp:coreProperties>
</file>
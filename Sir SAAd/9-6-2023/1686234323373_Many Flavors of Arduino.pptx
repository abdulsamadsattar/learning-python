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B437-065A-475F-854D-0A6F160E2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34B86-A1E1-4C7C-AFAB-7DDE5ABE5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FF905-1E09-48AE-8F3E-938E6BED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16E5C-6884-43FD-AADE-E2A783D68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02661-2889-4C37-98DA-41A3182D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34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B633-AAA4-48FC-BC9A-09682662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C7604-77F2-41E2-A018-CCBDC8098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ECE3D-1ECA-4C4E-BB61-42D426D8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16E5D-C25A-4399-926D-35BECAF9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F4DBA-EB19-48F0-9E45-00ED3550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5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209F-ADBB-46BF-9BB8-DDE4761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CB459-D3DE-4E8B-B182-7B13FA36E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F83BC-4120-464F-9217-9DBAF180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07ED9-1EB7-4C1F-8C85-02A9603A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BDB56-89E5-454E-864D-312B9570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9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6DB6-A572-41E6-9577-B66D4D7C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C4559-3ECF-4D16-A859-E92CDBEE7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9B199-21AD-4C82-B224-78E098D2E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E1C06-4862-427D-B405-8E744CB2B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3EFE1-B2D1-483C-8AD1-403C6EE7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72A6A-02A6-43B6-810C-084C3218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27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AA80-E324-4003-94BC-8815BBB8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F6C6C-073F-4265-99D9-6127E8AF9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A7BE-8438-43C7-8AC5-A7C678B86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191DD-2465-4200-ABA4-38ADA2C10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BD0917-22B8-4326-8244-84A605E04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82944-6C07-4824-9CA8-AF7F9A1D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CFA23D-2334-4FE3-83F3-9CCF65CFD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AE1170-9AE0-4511-9468-B9945EB6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5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0557-54F9-4538-86D5-14ECF5C7B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EAD6F-52FB-4E2C-BC41-ABDBB77E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6348F-EC76-44E1-A216-5B0D9210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338D9-CC1E-4CA4-89B9-1DB648AE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247F66-E5D4-4B4B-B641-3994781B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DA299-EA97-4EBC-BF03-76EFB7412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F7A09-D62D-4E32-A96F-95E0891B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27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A8A7-F48C-4A7A-83EA-C854891D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38C92-7687-4D1E-8426-DEAF9F834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0E80C-7790-4337-9CF6-6B31DB171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C9FB5-2B3F-4F38-80B5-39D2C6E10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6BEA4-2508-46BF-BF93-7CA7CD8A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A9F12-BDB0-4479-A489-4A6A7966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61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E3DDA-41D0-423D-A66B-37E4750AC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257E8-DA01-4366-9D25-2E13131EB8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F6A71-8AB9-44E5-A142-FC5063BA1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8DD43-DF69-4E0B-A109-CEC8005E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F2F8E-FFF3-4CE5-9C2E-D2FF5D53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FF610-2C76-4683-BB7A-6ADC444E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98F9-13AD-4CC1-B9F0-6DAA64F9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7E463-AEFA-4D9B-95E2-5B59950A9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BDBE2-9B1B-4A3F-9AD2-5AFFD4467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24531-1EE5-48BE-8017-43D98828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722B8-3825-4DC3-9842-F1DCC855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03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9C8946-55D5-4FF8-91C9-E6D4B6FDD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CBEE6-4C11-4716-AE5E-4F40BCE0E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9B46C-1259-48EA-90BF-35D3F7B8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E7B9B-1DFB-4E4F-9F68-9A6E9B2B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77173-8A0E-415A-A4F5-CC62DE4C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1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24AFD-83BF-4066-9AB2-6C53D4FAC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6BCC3-AAE1-4C60-8CDF-4D99C2F1D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6D18C-4210-4D19-97BF-14D265A90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9A062-CE31-47F3-BAE1-4B402B0B9560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F94C4-685E-4580-9CFD-A206C92ED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F79D7-7A8E-49DA-9663-BB8DFA39A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3D50B-859D-4FFB-9F10-E2A7F5528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7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95C9-79DD-448C-9F31-31F23F5A3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Many Flavors of Arduino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E661-056F-408F-956B-F53DB6CC8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9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EE54-749B-4CA3-9B77-8B53D5C8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Many Flavors of Arduino(1/5)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AE279-CBE6-4A44-9632-22B96D13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200F70-1B5F-4E8C-8424-5063A22F7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4678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0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EE54-749B-4CA3-9B77-8B53D5C8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Many Flavors of Arduino(2/5)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AE279-CBE6-4A44-9632-22B96D13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09334-0439-441C-BC20-1C25C36CA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6051"/>
            <a:ext cx="91916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2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EE54-749B-4CA3-9B77-8B53D5C8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Many Flavors of Arduino(3/5)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AE279-CBE6-4A44-9632-22B96D13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0D2D4-55BC-4D3D-91FD-352977CC7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13" y="1743696"/>
            <a:ext cx="926782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65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EE54-749B-4CA3-9B77-8B53D5C8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Many Flavors of Arduino(4/5)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AE279-CBE6-4A44-9632-22B96D13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B62DD-DF46-4F98-A942-B026D0C44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03940"/>
            <a:ext cx="94392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42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EE54-749B-4CA3-9B77-8B53D5C8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Many Flavors of Arduino(5/5)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AE279-CBE6-4A44-9632-22B96D13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313171-8A3C-49BB-A017-968E68BC6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38313"/>
            <a:ext cx="92678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79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377D-2953-4197-A0D4-C69FC46F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Arduino Add-ons (Shields)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9065-2163-4DC5-82B0-EAF43625D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742B6-D163-4DB0-BE1F-3071A1C5A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5023"/>
            <a:ext cx="930592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9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377D-2953-4197-A0D4-C69FC46F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Arduino Add-ons (Shields)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9065-2163-4DC5-82B0-EAF43625D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4FCEC-B546-4379-8E3A-89980B90F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70" y="1748631"/>
            <a:ext cx="771525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377D-2953-4197-A0D4-C69FC46F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Arduino Add-ons (Shields)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9065-2163-4DC5-82B0-EAF43625D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D46786-7AA6-4B20-BEA8-8B7FD5415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1344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62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377D-2953-4197-A0D4-C69FC46F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Arduino Add-ons (Modules)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9065-2163-4DC5-82B0-EAF43625D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D75CB7-06B6-4DF1-9FB1-43EF79A6E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835887" cy="456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377D-2953-4197-A0D4-C69FC46F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Arduino Add-ons (Sensors)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D433C3-AFFC-4368-BBD2-534EB1603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0394" y="1785869"/>
            <a:ext cx="90110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68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377D-2953-4197-A0D4-C69FC46F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Arduino Add-ons (Sensors)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F4AFF4-14FE-4ED1-B5C3-F7D1903F5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3649C-C192-410A-BE2D-CD2B06EAF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8941905" cy="429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05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377D-2953-4197-A0D4-C69FC46F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Arduino Add-ons (Actuators)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F4AFF4-14FE-4ED1-B5C3-F7D1903F5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822130-BE7B-43FC-B796-30C9CEA25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9153939" cy="449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04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81C6-9BB0-41D6-BB91-1B19BC89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Arduino Projects(1/2)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ADE722-1B70-4F6C-BD87-D98D5B261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5776" y="1690688"/>
            <a:ext cx="884872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4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81C6-9BB0-41D6-BB91-1B19BC89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Arduino Projects(2/2)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E5BC25-4441-4B53-9715-5F62988C1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06170-C0CC-4141-AABD-57211E84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8888896" cy="453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51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77144-C28E-4531-B6F7-BC996B6E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Interesting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8C3E2-F990-4766-A2F1-525DE3E43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LED matrix for processing</a:t>
            </a:r>
          </a:p>
          <a:p>
            <a:r>
              <a:rPr lang="en-US" dirty="0"/>
              <a:t>Arduino flash control</a:t>
            </a:r>
          </a:p>
          <a:p>
            <a:r>
              <a:rPr lang="en-US" dirty="0"/>
              <a:t>Google earth walk</a:t>
            </a:r>
          </a:p>
          <a:p>
            <a:r>
              <a:rPr lang="en-US" dirty="0"/>
              <a:t>Ultrasonic grass</a:t>
            </a:r>
          </a:p>
        </p:txBody>
      </p:sp>
    </p:spTree>
    <p:extLst>
      <p:ext uri="{BB962C8B-B14F-4D97-AF65-F5344CB8AC3E}">
        <p14:creationId xmlns:p14="http://schemas.microsoft.com/office/powerpoint/2010/main" val="283552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99</Words>
  <Application>Microsoft Office PowerPoint</Application>
  <PresentationFormat>Widescreen</PresentationFormat>
  <Paragraphs>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Many Flavors of Arduino</vt:lpstr>
      <vt:lpstr>Many Flavors of Arduino(1/5)</vt:lpstr>
      <vt:lpstr>Many Flavors of Arduino(2/5)</vt:lpstr>
      <vt:lpstr>Many Flavors of Arduino(3/5)</vt:lpstr>
      <vt:lpstr>Many Flavors of Arduino(4/5)</vt:lpstr>
      <vt:lpstr>Many Flavors of Arduino(5/5)</vt:lpstr>
      <vt:lpstr>Arduino Add-ons (Shields)</vt:lpstr>
      <vt:lpstr>Arduino Add-ons (Shields)</vt:lpstr>
      <vt:lpstr>Arduino Add-ons (Shields)</vt:lpstr>
      <vt:lpstr>Arduino Add-ons (Modules)</vt:lpstr>
      <vt:lpstr>Arduino Add-ons (Sensors)</vt:lpstr>
      <vt:lpstr>Arduino Add-ons (Sensors)</vt:lpstr>
      <vt:lpstr>Arduino Add-ons (Actuators)</vt:lpstr>
      <vt:lpstr>Arduino Projects(1/2)</vt:lpstr>
      <vt:lpstr>Arduino Projects(2/2)</vt:lpstr>
      <vt:lpstr>Other Interesting Projects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Many Flavors of Arduino</dc:title>
  <dc:creator>Administrator</dc:creator>
  <cp:lastModifiedBy>Administrator</cp:lastModifiedBy>
  <cp:revision>4</cp:revision>
  <dcterms:created xsi:type="dcterms:W3CDTF">2023-06-07T12:36:13Z</dcterms:created>
  <dcterms:modified xsi:type="dcterms:W3CDTF">2023-06-08T12:47:08Z</dcterms:modified>
</cp:coreProperties>
</file>